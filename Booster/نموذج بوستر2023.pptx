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4212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6004500" cy="51206400"/>
  <p:notesSz cx="7315200" cy="9601200"/>
  <p:defaultTextStyle>
    <a:defPPr>
      <a:defRPr lang="ar-EG"/>
    </a:defPPr>
    <a:lvl1pPr algn="r" defTabSz="1842939" rtl="1" fontAlgn="base">
      <a:spcBef>
        <a:spcPct val="0"/>
      </a:spcBef>
      <a:spcAft>
        <a:spcPct val="0"/>
      </a:spcAft>
      <a:defRPr sz="3800"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921475" indent="-464700" algn="r" defTabSz="1842939" rtl="1" fontAlgn="base">
      <a:spcBef>
        <a:spcPct val="0"/>
      </a:spcBef>
      <a:spcAft>
        <a:spcPct val="0"/>
      </a:spcAft>
      <a:defRPr sz="3800"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1842939" indent="-929399" algn="r" defTabSz="1842939" rtl="1" fontAlgn="base">
      <a:spcBef>
        <a:spcPct val="0"/>
      </a:spcBef>
      <a:spcAft>
        <a:spcPct val="0"/>
      </a:spcAft>
      <a:defRPr sz="3800"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2764414" indent="-1394105" algn="r" defTabSz="1842939" rtl="1" fontAlgn="base">
      <a:spcBef>
        <a:spcPct val="0"/>
      </a:spcBef>
      <a:spcAft>
        <a:spcPct val="0"/>
      </a:spcAft>
      <a:defRPr sz="3800"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3687470" indent="-1860385" algn="r" defTabSz="1842939" rtl="1" fontAlgn="base">
      <a:spcBef>
        <a:spcPct val="0"/>
      </a:spcBef>
      <a:spcAft>
        <a:spcPct val="0"/>
      </a:spcAft>
      <a:defRPr sz="3800"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3850" algn="l" defTabSz="913540" rtl="0" eaLnBrk="1" latinLnBrk="0" hangingPunct="1">
      <a:defRPr sz="3800"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0620" algn="l" defTabSz="913540" rtl="0" eaLnBrk="1" latinLnBrk="0" hangingPunct="1">
      <a:defRPr sz="3800"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197390" algn="l" defTabSz="913540" rtl="0" eaLnBrk="1" latinLnBrk="0" hangingPunct="1">
      <a:defRPr sz="3800"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4165" algn="l" defTabSz="913540" rtl="0" eaLnBrk="1" latinLnBrk="0" hangingPunct="1">
      <a:defRPr sz="3800"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128">
          <p15:clr>
            <a:srgbClr val="A4A3A4"/>
          </p15:clr>
        </p15:guide>
        <p15:guide id="2" pos="113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aximized" horzBarState="maximized">
    <p:restoredLeft sz="89168" autoAdjust="0"/>
    <p:restoredTop sz="94660"/>
  </p:normalViewPr>
  <p:slideViewPr>
    <p:cSldViewPr>
      <p:cViewPr>
        <p:scale>
          <a:sx n="33" d="100"/>
          <a:sy n="33" d="100"/>
        </p:scale>
        <p:origin x="54" y="-3114"/>
      </p:cViewPr>
      <p:guideLst>
        <p:guide orient="horz" pos="16128"/>
        <p:guide pos="113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Said" userId="c984d98e041f7c81" providerId="LiveId" clId="{5519FF74-C423-490D-8185-1A870D51542F}"/>
    <pc:docChg chg="undo custSel modSld">
      <pc:chgData name="Mohamed Said" userId="c984d98e041f7c81" providerId="LiveId" clId="{5519FF74-C423-490D-8185-1A870D51542F}" dt="2023-06-13T23:27:00.976" v="183" actId="20577"/>
      <pc:docMkLst>
        <pc:docMk/>
      </pc:docMkLst>
      <pc:sldChg chg="modSp mod">
        <pc:chgData name="Mohamed Said" userId="c984d98e041f7c81" providerId="LiveId" clId="{5519FF74-C423-490D-8185-1A870D51542F}" dt="2023-06-13T23:27:00.976" v="183" actId="20577"/>
        <pc:sldMkLst>
          <pc:docMk/>
          <pc:sldMk cId="0" sldId="256"/>
        </pc:sldMkLst>
        <pc:spChg chg="mod">
          <ac:chgData name="Mohamed Said" userId="c984d98e041f7c81" providerId="LiveId" clId="{5519FF74-C423-490D-8185-1A870D51542F}" dt="2023-06-13T23:27:00.976" v="183" actId="20577"/>
          <ac:spMkLst>
            <pc:docMk/>
            <pc:sldMk cId="0" sldId="256"/>
            <ac:spMk id="2060" creationId="{00000000-0000-0000-0000-000000000000}"/>
          </ac:spMkLst>
        </pc:spChg>
        <pc:spChg chg="mod">
          <ac:chgData name="Mohamed Said" userId="c984d98e041f7c81" providerId="LiveId" clId="{5519FF74-C423-490D-8185-1A870D51542F}" dt="2023-06-13T23:23:52.284" v="142" actId="255"/>
          <ac:spMkLst>
            <pc:docMk/>
            <pc:sldMk cId="0" sldId="256"/>
            <ac:spMk id="2088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9C197-A804-400C-9C70-666215F1F924}" type="datetimeFigureOut">
              <a:rPr lang="en-US" smtClean="0"/>
              <a:pPr/>
              <a:t>6/14/2023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4BF31-D128-44CE-AD33-E7471A0C128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22717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1949450">
              <a:defRPr sz="1300">
                <a:cs typeface="Arial" charset="0"/>
              </a:defRPr>
            </a:lvl1pPr>
          </a:lstStyle>
          <a:p>
            <a:pPr>
              <a:defRPr/>
            </a:pPr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1588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1949450">
              <a:defRPr sz="1300">
                <a:cs typeface="Arial" charset="0"/>
              </a:defRPr>
            </a:lvl1pPr>
          </a:lstStyle>
          <a:p>
            <a:pPr>
              <a:defRPr/>
            </a:pPr>
            <a:fld id="{164DF539-AB41-48F9-9DC3-4CD7E4B0436C}" type="datetimeFigureOut">
              <a:rPr lang="ar-EG"/>
              <a:pPr>
                <a:defRPr/>
              </a:pPr>
              <a:t>26/11/1444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92363" y="720725"/>
            <a:ext cx="2532062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lvl="0"/>
            <a:endParaRPr lang="ar-EG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ar-EG" noProof="0"/>
              <a:t>Click to edit Master text styles</a:t>
            </a:r>
          </a:p>
          <a:p>
            <a:pPr lvl="1"/>
            <a:r>
              <a:rPr lang="en-US" altLang="ar-EG" noProof="0"/>
              <a:t>Second level</a:t>
            </a:r>
          </a:p>
          <a:p>
            <a:pPr lvl="2"/>
            <a:r>
              <a:rPr lang="en-US" altLang="ar-EG" noProof="0"/>
              <a:t>Third level</a:t>
            </a:r>
          </a:p>
          <a:p>
            <a:pPr lvl="3"/>
            <a:r>
              <a:rPr lang="en-US" altLang="ar-EG" noProof="0"/>
              <a:t>Fourth level</a:t>
            </a:r>
          </a:p>
          <a:p>
            <a:pPr lvl="4"/>
            <a:r>
              <a:rPr lang="en-US" altLang="ar-EG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4144963" y="9120188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1949450">
              <a:defRPr sz="1300">
                <a:cs typeface="Arial" charset="0"/>
              </a:defRPr>
            </a:lvl1pPr>
          </a:lstStyle>
          <a:p>
            <a:pPr>
              <a:defRPr/>
            </a:pPr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1588" y="9120188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1949450">
              <a:defRPr sz="1300">
                <a:cs typeface="Arial" charset="0"/>
              </a:defRPr>
            </a:lvl1pPr>
          </a:lstStyle>
          <a:p>
            <a:pPr>
              <a:defRPr/>
            </a:pPr>
            <a:fld id="{27BFA08E-242C-43F1-BBFF-3400C7FD8B07}" type="slidenum">
              <a:rPr lang="ar-EG"/>
              <a:pPr>
                <a:defRPr/>
              </a:pPr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0569336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defTabSz="1842939" rtl="1" eaLnBrk="0" fontAlgn="base" hangingPunct="0">
      <a:spcBef>
        <a:spcPct val="30000"/>
      </a:spcBef>
      <a:spcAft>
        <a:spcPct val="0"/>
      </a:spcAft>
      <a:defRPr sz="2200" kern="1200">
        <a:solidFill>
          <a:schemeClr val="tx1"/>
        </a:solidFill>
        <a:latin typeface="+mn-lt"/>
        <a:ea typeface="+mn-ea"/>
        <a:cs typeface="+mn-cs"/>
      </a:defRPr>
    </a:lvl1pPr>
    <a:lvl2pPr marL="921475" algn="r" defTabSz="1842939" rtl="1" eaLnBrk="0" fontAlgn="base" hangingPunct="0">
      <a:spcBef>
        <a:spcPct val="30000"/>
      </a:spcBef>
      <a:spcAft>
        <a:spcPct val="0"/>
      </a:spcAft>
      <a:defRPr sz="2200" kern="1200">
        <a:solidFill>
          <a:schemeClr val="tx1"/>
        </a:solidFill>
        <a:latin typeface="+mn-lt"/>
        <a:ea typeface="+mn-ea"/>
        <a:cs typeface="+mn-cs"/>
      </a:defRPr>
    </a:lvl2pPr>
    <a:lvl3pPr marL="1842939" algn="r" defTabSz="1842939" rtl="1" eaLnBrk="0" fontAlgn="base" hangingPunct="0">
      <a:spcBef>
        <a:spcPct val="30000"/>
      </a:spcBef>
      <a:spcAft>
        <a:spcPct val="0"/>
      </a:spcAft>
      <a:defRPr sz="2200" kern="1200">
        <a:solidFill>
          <a:schemeClr val="tx1"/>
        </a:solidFill>
        <a:latin typeface="+mn-lt"/>
        <a:ea typeface="+mn-ea"/>
        <a:cs typeface="+mn-cs"/>
      </a:defRPr>
    </a:lvl3pPr>
    <a:lvl4pPr marL="2764414" algn="r" defTabSz="1842939" rtl="1" eaLnBrk="0" fontAlgn="base" hangingPunct="0">
      <a:spcBef>
        <a:spcPct val="30000"/>
      </a:spcBef>
      <a:spcAft>
        <a:spcPct val="0"/>
      </a:spcAft>
      <a:defRPr sz="2200" kern="1200">
        <a:solidFill>
          <a:schemeClr val="tx1"/>
        </a:solidFill>
        <a:latin typeface="+mn-lt"/>
        <a:ea typeface="+mn-ea"/>
        <a:cs typeface="+mn-cs"/>
      </a:defRPr>
    </a:lvl4pPr>
    <a:lvl5pPr marL="3687470" algn="r" defTabSz="1842939" rtl="1" eaLnBrk="0" fontAlgn="base" hangingPunct="0">
      <a:spcBef>
        <a:spcPct val="30000"/>
      </a:spcBef>
      <a:spcAft>
        <a:spcPct val="0"/>
      </a:spcAft>
      <a:defRPr sz="2200" kern="1200">
        <a:solidFill>
          <a:schemeClr val="tx1"/>
        </a:solidFill>
        <a:latin typeface="+mn-lt"/>
        <a:ea typeface="+mn-ea"/>
        <a:cs typeface="+mn-cs"/>
      </a:defRPr>
    </a:lvl5pPr>
    <a:lvl6pPr marL="4609953" algn="r" defTabSz="1843980" rtl="1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6pPr>
    <a:lvl7pPr marL="5531946" algn="r" defTabSz="1843980" rtl="1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7pPr>
    <a:lvl8pPr marL="6453934" algn="r" defTabSz="1843980" rtl="1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8pPr>
    <a:lvl9pPr marL="7375932" algn="r" defTabSz="1843980" rtl="1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392363" y="720725"/>
            <a:ext cx="2532062" cy="36004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ar-EG" altLang="ar-EG"/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A5C7E0F-00DA-4F20-AE77-142281C88BD8}" type="slidenum">
              <a:rPr lang="ar-EG" altLang="ar-EG" smtClean="0"/>
              <a:pPr/>
              <a:t>1</a:t>
            </a:fld>
            <a:endParaRPr lang="ar-EG" altLang="ar-EG"/>
          </a:p>
        </p:txBody>
      </p:sp>
    </p:spTree>
    <p:extLst>
      <p:ext uri="{BB962C8B-B14F-4D97-AF65-F5344CB8AC3E}">
        <p14:creationId xmlns:p14="http://schemas.microsoft.com/office/powerpoint/2010/main" val="1952609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38" y="15907214"/>
            <a:ext cx="30603825" cy="109761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00675" y="29016960"/>
            <a:ext cx="25203150" cy="13086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485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9717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4576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9435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4294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49153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74012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98871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DA183EA-0F7F-42EF-B21F-A20DA0503648}" type="datetimeFigureOut">
              <a:rPr lang="ar-EG" smtClean="0"/>
              <a:pPr>
                <a:defRPr/>
              </a:pPr>
              <a:t>26/11/1444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7CD87A-5228-46C7-B8BE-3B1C1792EADF}" type="slidenum">
              <a:rPr lang="ar-EG" smtClean="0"/>
              <a:pPr>
                <a:defRPr/>
              </a:pPr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41768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A036BA-9560-4E56-A3BC-66BAB7648D32}" type="datetimeFigureOut">
              <a:rPr lang="ar-EG" smtClean="0"/>
              <a:pPr>
                <a:defRPr/>
              </a:pPr>
              <a:t>26/11/1444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ADFF84-FE3B-4074-9E7A-8D1F92DDC1BA}" type="slidenum">
              <a:rPr lang="ar-EG" smtClean="0"/>
              <a:pPr>
                <a:defRPr/>
              </a:pPr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25952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4107" y="32904857"/>
            <a:ext cx="30603825" cy="10170160"/>
          </a:xfrm>
        </p:spPr>
        <p:txBody>
          <a:bodyPr anchor="t"/>
          <a:lstStyle>
            <a:lvl1pPr algn="l">
              <a:defRPr sz="218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4107" y="21703468"/>
            <a:ext cx="30603825" cy="11201396"/>
          </a:xfrm>
        </p:spPr>
        <p:txBody>
          <a:bodyPr anchor="b"/>
          <a:lstStyle>
            <a:lvl1pPr marL="0" indent="0">
              <a:buNone/>
              <a:defRPr sz="10900">
                <a:solidFill>
                  <a:schemeClr val="tx1">
                    <a:tint val="75000"/>
                  </a:schemeClr>
                </a:solidFill>
              </a:defRPr>
            </a:lvl1pPr>
            <a:lvl2pPr marL="2485887" indent="0">
              <a:buNone/>
              <a:defRPr sz="9800">
                <a:solidFill>
                  <a:schemeClr val="tx1">
                    <a:tint val="75000"/>
                  </a:schemeClr>
                </a:solidFill>
              </a:defRPr>
            </a:lvl2pPr>
            <a:lvl3pPr marL="4971784" indent="0">
              <a:buNone/>
              <a:defRPr sz="8700">
                <a:solidFill>
                  <a:schemeClr val="tx1">
                    <a:tint val="75000"/>
                  </a:schemeClr>
                </a:solidFill>
              </a:defRPr>
            </a:lvl3pPr>
            <a:lvl4pPr marL="7457666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4pPr>
            <a:lvl5pPr marL="9943558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5pPr>
            <a:lvl6pPr marL="12429455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6pPr>
            <a:lvl7pPr marL="14915337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7pPr>
            <a:lvl8pPr marL="17401229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8pPr>
            <a:lvl9pPr marL="19887115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F1A96F-D894-488A-8372-5AECA7403485}" type="datetimeFigureOut">
              <a:rPr lang="ar-EG" smtClean="0"/>
              <a:pPr>
                <a:defRPr/>
              </a:pPr>
              <a:t>26/11/1444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7BDCCD-3721-43EC-B1F6-36A7AA53D6AF}" type="slidenum">
              <a:rPr lang="ar-EG" smtClean="0"/>
              <a:pPr>
                <a:defRPr/>
              </a:pPr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149433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88408" y="89208187"/>
            <a:ext cx="63495436" cy="252333760"/>
          </a:xfrm>
        </p:spPr>
        <p:txBody>
          <a:bodyPr/>
          <a:lstStyle>
            <a:lvl1pPr>
              <a:defRPr sz="15300"/>
            </a:lvl1pPr>
            <a:lvl2pPr>
              <a:defRPr sz="13100"/>
            </a:lvl2pPr>
            <a:lvl3pPr>
              <a:defRPr sz="10900"/>
            </a:lvl3pPr>
            <a:lvl4pPr>
              <a:defRPr sz="9800"/>
            </a:lvl4pPr>
            <a:lvl5pPr>
              <a:defRPr sz="9800"/>
            </a:lvl5pPr>
            <a:lvl6pPr>
              <a:defRPr sz="9800"/>
            </a:lvl6pPr>
            <a:lvl7pPr>
              <a:defRPr sz="9800"/>
            </a:lvl7pPr>
            <a:lvl8pPr>
              <a:defRPr sz="9800"/>
            </a:lvl8pPr>
            <a:lvl9pPr>
              <a:defRPr sz="9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183919" y="89208187"/>
            <a:ext cx="63495436" cy="252333760"/>
          </a:xfrm>
        </p:spPr>
        <p:txBody>
          <a:bodyPr/>
          <a:lstStyle>
            <a:lvl1pPr>
              <a:defRPr sz="15300"/>
            </a:lvl1pPr>
            <a:lvl2pPr>
              <a:defRPr sz="13100"/>
            </a:lvl2pPr>
            <a:lvl3pPr>
              <a:defRPr sz="10900"/>
            </a:lvl3pPr>
            <a:lvl4pPr>
              <a:defRPr sz="9800"/>
            </a:lvl4pPr>
            <a:lvl5pPr>
              <a:defRPr sz="9800"/>
            </a:lvl5pPr>
            <a:lvl6pPr>
              <a:defRPr sz="9800"/>
            </a:lvl6pPr>
            <a:lvl7pPr>
              <a:defRPr sz="9800"/>
            </a:lvl7pPr>
            <a:lvl8pPr>
              <a:defRPr sz="9800"/>
            </a:lvl8pPr>
            <a:lvl9pPr>
              <a:defRPr sz="9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B58730-0D82-4760-9154-29B09CA19CC5}" type="datetimeFigureOut">
              <a:rPr lang="ar-EG" smtClean="0"/>
              <a:pPr>
                <a:defRPr/>
              </a:pPr>
              <a:t>26/11/1444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28A6B3-29F8-4A84-9F83-CE7F14F0C552}" type="slidenum">
              <a:rPr lang="ar-EG" smtClean="0"/>
              <a:pPr>
                <a:defRPr/>
              </a:pPr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87417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0225" y="2050630"/>
            <a:ext cx="32404050" cy="8534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0225" y="11462177"/>
            <a:ext cx="15908240" cy="4776890"/>
          </a:xfrm>
        </p:spPr>
        <p:txBody>
          <a:bodyPr anchor="b"/>
          <a:lstStyle>
            <a:lvl1pPr marL="0" indent="0">
              <a:buNone/>
              <a:defRPr sz="13100" b="1"/>
            </a:lvl1pPr>
            <a:lvl2pPr marL="2485887" indent="0">
              <a:buNone/>
              <a:defRPr sz="10900" b="1"/>
            </a:lvl2pPr>
            <a:lvl3pPr marL="4971784" indent="0">
              <a:buNone/>
              <a:defRPr sz="9800" b="1"/>
            </a:lvl3pPr>
            <a:lvl4pPr marL="7457666" indent="0">
              <a:buNone/>
              <a:defRPr sz="8700" b="1"/>
            </a:lvl4pPr>
            <a:lvl5pPr marL="9943558" indent="0">
              <a:buNone/>
              <a:defRPr sz="8700" b="1"/>
            </a:lvl5pPr>
            <a:lvl6pPr marL="12429455" indent="0">
              <a:buNone/>
              <a:defRPr sz="8700" b="1"/>
            </a:lvl6pPr>
            <a:lvl7pPr marL="14915337" indent="0">
              <a:buNone/>
              <a:defRPr sz="8700" b="1"/>
            </a:lvl7pPr>
            <a:lvl8pPr marL="17401229" indent="0">
              <a:buNone/>
              <a:defRPr sz="8700" b="1"/>
            </a:lvl8pPr>
            <a:lvl9pPr marL="19887115" indent="0">
              <a:buNone/>
              <a:defRPr sz="8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00225" y="16239067"/>
            <a:ext cx="15908240" cy="29502950"/>
          </a:xfrm>
        </p:spPr>
        <p:txBody>
          <a:bodyPr/>
          <a:lstStyle>
            <a:lvl1pPr>
              <a:defRPr sz="13100"/>
            </a:lvl1pPr>
            <a:lvl2pPr>
              <a:defRPr sz="10900"/>
            </a:lvl2pPr>
            <a:lvl3pPr>
              <a:defRPr sz="98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89808" y="11462177"/>
            <a:ext cx="15914489" cy="4776890"/>
          </a:xfrm>
        </p:spPr>
        <p:txBody>
          <a:bodyPr anchor="b"/>
          <a:lstStyle>
            <a:lvl1pPr marL="0" indent="0">
              <a:buNone/>
              <a:defRPr sz="13100" b="1"/>
            </a:lvl1pPr>
            <a:lvl2pPr marL="2485887" indent="0">
              <a:buNone/>
              <a:defRPr sz="10900" b="1"/>
            </a:lvl2pPr>
            <a:lvl3pPr marL="4971784" indent="0">
              <a:buNone/>
              <a:defRPr sz="9800" b="1"/>
            </a:lvl3pPr>
            <a:lvl4pPr marL="7457666" indent="0">
              <a:buNone/>
              <a:defRPr sz="8700" b="1"/>
            </a:lvl4pPr>
            <a:lvl5pPr marL="9943558" indent="0">
              <a:buNone/>
              <a:defRPr sz="8700" b="1"/>
            </a:lvl5pPr>
            <a:lvl6pPr marL="12429455" indent="0">
              <a:buNone/>
              <a:defRPr sz="8700" b="1"/>
            </a:lvl6pPr>
            <a:lvl7pPr marL="14915337" indent="0">
              <a:buNone/>
              <a:defRPr sz="8700" b="1"/>
            </a:lvl7pPr>
            <a:lvl8pPr marL="17401229" indent="0">
              <a:buNone/>
              <a:defRPr sz="8700" b="1"/>
            </a:lvl8pPr>
            <a:lvl9pPr marL="19887115" indent="0">
              <a:buNone/>
              <a:defRPr sz="8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89808" y="16239067"/>
            <a:ext cx="15914489" cy="29502950"/>
          </a:xfrm>
        </p:spPr>
        <p:txBody>
          <a:bodyPr/>
          <a:lstStyle>
            <a:lvl1pPr>
              <a:defRPr sz="13100"/>
            </a:lvl1pPr>
            <a:lvl2pPr>
              <a:defRPr sz="10900"/>
            </a:lvl2pPr>
            <a:lvl3pPr>
              <a:defRPr sz="98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509262-AC78-4317-9A61-DE09CA27672A}" type="datetimeFigureOut">
              <a:rPr lang="ar-EG" smtClean="0"/>
              <a:pPr>
                <a:defRPr/>
              </a:pPr>
              <a:t>26/11/1444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DBEFE6-81B7-4AF6-95FE-FD30663F4904}" type="slidenum">
              <a:rPr lang="ar-EG" smtClean="0"/>
              <a:pPr>
                <a:defRPr/>
              </a:pPr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018170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EF34DD-9302-44D7-ADBA-49FAC6286798}" type="datetimeFigureOut">
              <a:rPr lang="ar-EG" smtClean="0"/>
              <a:pPr>
                <a:defRPr/>
              </a:pPr>
              <a:t>26/11/1444</a:t>
            </a:fld>
            <a:endParaRPr lang="ar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7C8408-BC9E-419C-8DF3-E1093EE7CAC0}" type="slidenum">
              <a:rPr lang="ar-EG" smtClean="0"/>
              <a:pPr>
                <a:defRPr/>
              </a:pPr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1566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9C5D26-5BE3-4DE9-8243-A22C5A2EE182}" type="datetimeFigureOut">
              <a:rPr lang="ar-EG" smtClean="0"/>
              <a:pPr>
                <a:defRPr/>
              </a:pPr>
              <a:t>26/11/1444</a:t>
            </a:fld>
            <a:endParaRPr lang="ar-E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E16384-A38F-4115-99AD-6120C88A4544}" type="slidenum">
              <a:rPr lang="ar-EG" smtClean="0"/>
              <a:pPr>
                <a:defRPr/>
              </a:pPr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147377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0227" y="2038773"/>
            <a:ext cx="11845232" cy="8676640"/>
          </a:xfrm>
        </p:spPr>
        <p:txBody>
          <a:bodyPr anchor="b"/>
          <a:lstStyle>
            <a:lvl1pPr algn="l">
              <a:defRPr sz="10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76759" y="2038784"/>
            <a:ext cx="20127516" cy="43703244"/>
          </a:xfrm>
        </p:spPr>
        <p:txBody>
          <a:bodyPr/>
          <a:lstStyle>
            <a:lvl1pPr>
              <a:defRPr sz="17400"/>
            </a:lvl1pPr>
            <a:lvl2pPr>
              <a:defRPr sz="15300"/>
            </a:lvl2pPr>
            <a:lvl3pPr>
              <a:defRPr sz="13100"/>
            </a:lvl3pPr>
            <a:lvl4pPr>
              <a:defRPr sz="10900"/>
            </a:lvl4pPr>
            <a:lvl5pPr>
              <a:defRPr sz="10900"/>
            </a:lvl5pPr>
            <a:lvl6pPr>
              <a:defRPr sz="10900"/>
            </a:lvl6pPr>
            <a:lvl7pPr>
              <a:defRPr sz="10900"/>
            </a:lvl7pPr>
            <a:lvl8pPr>
              <a:defRPr sz="10900"/>
            </a:lvl8pPr>
            <a:lvl9pPr>
              <a:defRPr sz="10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00227" y="10715424"/>
            <a:ext cx="11845232" cy="35026604"/>
          </a:xfrm>
        </p:spPr>
        <p:txBody>
          <a:bodyPr/>
          <a:lstStyle>
            <a:lvl1pPr marL="0" indent="0">
              <a:buNone/>
              <a:defRPr sz="7600"/>
            </a:lvl1pPr>
            <a:lvl2pPr marL="2485887" indent="0">
              <a:buNone/>
              <a:defRPr sz="6500"/>
            </a:lvl2pPr>
            <a:lvl3pPr marL="4971784" indent="0">
              <a:buNone/>
              <a:defRPr sz="5500"/>
            </a:lvl3pPr>
            <a:lvl4pPr marL="7457666" indent="0">
              <a:buNone/>
              <a:defRPr sz="4900"/>
            </a:lvl4pPr>
            <a:lvl5pPr marL="9943558" indent="0">
              <a:buNone/>
              <a:defRPr sz="4900"/>
            </a:lvl5pPr>
            <a:lvl6pPr marL="12429455" indent="0">
              <a:buNone/>
              <a:defRPr sz="4900"/>
            </a:lvl6pPr>
            <a:lvl7pPr marL="14915337" indent="0">
              <a:buNone/>
              <a:defRPr sz="4900"/>
            </a:lvl7pPr>
            <a:lvl8pPr marL="17401229" indent="0">
              <a:buNone/>
              <a:defRPr sz="4900"/>
            </a:lvl8pPr>
            <a:lvl9pPr marL="19887115" indent="0">
              <a:buNone/>
              <a:defRPr sz="4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6426A75-3707-4241-8D01-949685D669DE}" type="datetimeFigureOut">
              <a:rPr lang="ar-EG" smtClean="0"/>
              <a:pPr>
                <a:defRPr/>
              </a:pPr>
              <a:t>26/11/1444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9C7419-EF95-4991-9EAD-B835AA3F207D}" type="slidenum">
              <a:rPr lang="ar-EG" smtClean="0"/>
              <a:pPr>
                <a:defRPr/>
              </a:pPr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79518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7134" y="35844480"/>
            <a:ext cx="21602700" cy="4231644"/>
          </a:xfrm>
        </p:spPr>
        <p:txBody>
          <a:bodyPr anchor="b"/>
          <a:lstStyle>
            <a:lvl1pPr algn="l">
              <a:defRPr sz="10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057134" y="4575387"/>
            <a:ext cx="21602700" cy="30723840"/>
          </a:xfrm>
        </p:spPr>
        <p:txBody>
          <a:bodyPr/>
          <a:lstStyle>
            <a:lvl1pPr marL="0" indent="0">
              <a:buNone/>
              <a:defRPr sz="17400"/>
            </a:lvl1pPr>
            <a:lvl2pPr marL="2485887" indent="0">
              <a:buNone/>
              <a:defRPr sz="15300"/>
            </a:lvl2pPr>
            <a:lvl3pPr marL="4971784" indent="0">
              <a:buNone/>
              <a:defRPr sz="13100"/>
            </a:lvl3pPr>
            <a:lvl4pPr marL="7457666" indent="0">
              <a:buNone/>
              <a:defRPr sz="10900"/>
            </a:lvl4pPr>
            <a:lvl5pPr marL="9943558" indent="0">
              <a:buNone/>
              <a:defRPr sz="10900"/>
            </a:lvl5pPr>
            <a:lvl6pPr marL="12429455" indent="0">
              <a:buNone/>
              <a:defRPr sz="10900"/>
            </a:lvl6pPr>
            <a:lvl7pPr marL="14915337" indent="0">
              <a:buNone/>
              <a:defRPr sz="10900"/>
            </a:lvl7pPr>
            <a:lvl8pPr marL="17401229" indent="0">
              <a:buNone/>
              <a:defRPr sz="10900"/>
            </a:lvl8pPr>
            <a:lvl9pPr marL="19887115" indent="0">
              <a:buNone/>
              <a:defRPr sz="109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57134" y="40076124"/>
            <a:ext cx="21602700" cy="6009636"/>
          </a:xfrm>
        </p:spPr>
        <p:txBody>
          <a:bodyPr/>
          <a:lstStyle>
            <a:lvl1pPr marL="0" indent="0">
              <a:buNone/>
              <a:defRPr sz="7600"/>
            </a:lvl1pPr>
            <a:lvl2pPr marL="2485887" indent="0">
              <a:buNone/>
              <a:defRPr sz="6500"/>
            </a:lvl2pPr>
            <a:lvl3pPr marL="4971784" indent="0">
              <a:buNone/>
              <a:defRPr sz="5500"/>
            </a:lvl3pPr>
            <a:lvl4pPr marL="7457666" indent="0">
              <a:buNone/>
              <a:defRPr sz="4900"/>
            </a:lvl4pPr>
            <a:lvl5pPr marL="9943558" indent="0">
              <a:buNone/>
              <a:defRPr sz="4900"/>
            </a:lvl5pPr>
            <a:lvl6pPr marL="12429455" indent="0">
              <a:buNone/>
              <a:defRPr sz="4900"/>
            </a:lvl6pPr>
            <a:lvl7pPr marL="14915337" indent="0">
              <a:buNone/>
              <a:defRPr sz="4900"/>
            </a:lvl7pPr>
            <a:lvl8pPr marL="17401229" indent="0">
              <a:buNone/>
              <a:defRPr sz="4900"/>
            </a:lvl8pPr>
            <a:lvl9pPr marL="19887115" indent="0">
              <a:buNone/>
              <a:defRPr sz="4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A459A9-F9F5-4261-B552-5F6223A5C7A0}" type="datetimeFigureOut">
              <a:rPr lang="ar-EG" smtClean="0"/>
              <a:pPr>
                <a:defRPr/>
              </a:pPr>
              <a:t>26/11/1444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4E2ACF-C37C-4C94-9253-A5363B313185}" type="slidenum">
              <a:rPr lang="ar-EG" smtClean="0"/>
              <a:pPr>
                <a:defRPr/>
              </a:pPr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86383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F22A6E1-D06D-4605-B904-586563448808}" type="datetimeFigureOut">
              <a:rPr lang="ar-EG" smtClean="0"/>
              <a:pPr>
                <a:defRPr/>
              </a:pPr>
              <a:t>26/11/1444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333169-6C6E-47B4-AFAC-4820039E1717}" type="slidenum">
              <a:rPr lang="ar-EG" smtClean="0"/>
              <a:pPr>
                <a:defRPr/>
              </a:pPr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960512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781598" y="15314510"/>
            <a:ext cx="31897735" cy="32622744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88386" y="15314510"/>
            <a:ext cx="95093137" cy="3262274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0FD1F0-6AC0-40FF-9E5C-E2578DAF37B7}" type="datetimeFigureOut">
              <a:rPr lang="ar-EG" smtClean="0"/>
              <a:pPr>
                <a:defRPr/>
              </a:pPr>
              <a:t>26/11/1444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72C0EE-4322-45D0-8D9F-0B1ADFA58F61}" type="slidenum">
              <a:rPr lang="ar-EG" smtClean="0"/>
              <a:pPr>
                <a:defRPr/>
              </a:pPr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80839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00225" y="2050630"/>
            <a:ext cx="32404050" cy="8534400"/>
          </a:xfrm>
          <a:prstGeom prst="rect">
            <a:avLst/>
          </a:prstGeom>
        </p:spPr>
        <p:txBody>
          <a:bodyPr vert="horz" lIns="497176" tIns="248602" rIns="497176" bIns="248602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0225" y="11948201"/>
            <a:ext cx="32404050" cy="33793857"/>
          </a:xfrm>
          <a:prstGeom prst="rect">
            <a:avLst/>
          </a:prstGeom>
        </p:spPr>
        <p:txBody>
          <a:bodyPr vert="horz" lIns="497176" tIns="248602" rIns="497176" bIns="24860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00225" y="47460788"/>
            <a:ext cx="8401050" cy="2726267"/>
          </a:xfrm>
          <a:prstGeom prst="rect">
            <a:avLst/>
          </a:prstGeom>
        </p:spPr>
        <p:txBody>
          <a:bodyPr vert="horz" lIns="497176" tIns="248602" rIns="497176" bIns="248602" rtlCol="0" anchor="ctr"/>
          <a:lstStyle>
            <a:lvl1pPr algn="l">
              <a:defRPr sz="6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E09BB5A-A5EB-4F70-8F66-14C5149E86FE}" type="datetimeFigureOut">
              <a:rPr lang="ar-EG" smtClean="0"/>
              <a:pPr>
                <a:defRPr/>
              </a:pPr>
              <a:t>26/11/1444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301538" y="47460788"/>
            <a:ext cx="11401425" cy="2726267"/>
          </a:xfrm>
          <a:prstGeom prst="rect">
            <a:avLst/>
          </a:prstGeom>
        </p:spPr>
        <p:txBody>
          <a:bodyPr vert="horz" lIns="497176" tIns="248602" rIns="497176" bIns="248602" rtlCol="0" anchor="ctr"/>
          <a:lstStyle>
            <a:lvl1pPr algn="ctr">
              <a:defRPr sz="6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03225" y="47460788"/>
            <a:ext cx="8401050" cy="2726267"/>
          </a:xfrm>
          <a:prstGeom prst="rect">
            <a:avLst/>
          </a:prstGeom>
        </p:spPr>
        <p:txBody>
          <a:bodyPr vert="horz" lIns="497176" tIns="248602" rIns="497176" bIns="248602" rtlCol="0" anchor="ctr"/>
          <a:lstStyle>
            <a:lvl1pPr algn="r">
              <a:defRPr sz="6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B38CD9B-5F91-4336-BC7B-190CEF151418}" type="slidenum">
              <a:rPr lang="ar-EG" smtClean="0"/>
              <a:pPr>
                <a:defRPr/>
              </a:pPr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971723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3" r:id="rId1"/>
    <p:sldLayoutId id="2147484214" r:id="rId2"/>
    <p:sldLayoutId id="2147484215" r:id="rId3"/>
    <p:sldLayoutId id="2147484216" r:id="rId4"/>
    <p:sldLayoutId id="2147484217" r:id="rId5"/>
    <p:sldLayoutId id="2147484218" r:id="rId6"/>
    <p:sldLayoutId id="2147484219" r:id="rId7"/>
    <p:sldLayoutId id="2147484220" r:id="rId8"/>
    <p:sldLayoutId id="2147484221" r:id="rId9"/>
    <p:sldLayoutId id="2147484222" r:id="rId10"/>
    <p:sldLayoutId id="2147484223" r:id="rId11"/>
  </p:sldLayoutIdLst>
  <p:txStyles>
    <p:titleStyle>
      <a:lvl1pPr algn="ctr" defTabSz="4971784" rtl="0" eaLnBrk="1" latinLnBrk="0" hangingPunct="1">
        <a:spcBef>
          <a:spcPct val="0"/>
        </a:spcBef>
        <a:buNone/>
        <a:defRPr sz="2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64418" indent="-1864418" algn="l" defTabSz="4971784" rtl="0" eaLnBrk="1" latinLnBrk="0" hangingPunct="1">
        <a:spcBef>
          <a:spcPct val="20000"/>
        </a:spcBef>
        <a:buFont typeface="Arial" panose="020B0604020202020204" pitchFamily="34" charset="0"/>
        <a:buChar char="•"/>
        <a:defRPr sz="17400" kern="1200">
          <a:solidFill>
            <a:schemeClr val="tx1"/>
          </a:solidFill>
          <a:latin typeface="+mn-lt"/>
          <a:ea typeface="+mn-ea"/>
          <a:cs typeface="+mn-cs"/>
        </a:defRPr>
      </a:lvl1pPr>
      <a:lvl2pPr marL="4039567" indent="-1553686" algn="l" defTabSz="4971784" rtl="0" eaLnBrk="1" latinLnBrk="0" hangingPunct="1">
        <a:spcBef>
          <a:spcPct val="20000"/>
        </a:spcBef>
        <a:buFont typeface="Arial" panose="020B0604020202020204" pitchFamily="34" charset="0"/>
        <a:buChar char="–"/>
        <a:defRPr sz="15300" kern="1200">
          <a:solidFill>
            <a:schemeClr val="tx1"/>
          </a:solidFill>
          <a:latin typeface="+mn-lt"/>
          <a:ea typeface="+mn-ea"/>
          <a:cs typeface="+mn-cs"/>
        </a:defRPr>
      </a:lvl2pPr>
      <a:lvl3pPr marL="6214728" indent="-1242954" algn="l" defTabSz="4971784" rtl="0" eaLnBrk="1" latinLnBrk="0" hangingPunct="1">
        <a:spcBef>
          <a:spcPct val="20000"/>
        </a:spcBef>
        <a:buFont typeface="Arial" panose="020B0604020202020204" pitchFamily="34" charset="0"/>
        <a:buChar char="•"/>
        <a:defRPr sz="13100" kern="1200">
          <a:solidFill>
            <a:schemeClr val="tx1"/>
          </a:solidFill>
          <a:latin typeface="+mn-lt"/>
          <a:ea typeface="+mn-ea"/>
          <a:cs typeface="+mn-cs"/>
        </a:defRPr>
      </a:lvl3pPr>
      <a:lvl4pPr marL="8700614" indent="-1242954" algn="l" defTabSz="4971784" rtl="0" eaLnBrk="1" latinLnBrk="0" hangingPunct="1">
        <a:spcBef>
          <a:spcPct val="20000"/>
        </a:spcBef>
        <a:buFont typeface="Arial" panose="020B0604020202020204" pitchFamily="34" charset="0"/>
        <a:buChar char="–"/>
        <a:defRPr sz="10900" kern="1200">
          <a:solidFill>
            <a:schemeClr val="tx1"/>
          </a:solidFill>
          <a:latin typeface="+mn-lt"/>
          <a:ea typeface="+mn-ea"/>
          <a:cs typeface="+mn-cs"/>
        </a:defRPr>
      </a:lvl4pPr>
      <a:lvl5pPr marL="11186507" indent="-1242954" algn="l" defTabSz="4971784" rtl="0" eaLnBrk="1" latinLnBrk="0" hangingPunct="1">
        <a:spcBef>
          <a:spcPct val="20000"/>
        </a:spcBef>
        <a:buFont typeface="Arial" panose="020B0604020202020204" pitchFamily="34" charset="0"/>
        <a:buChar char="»"/>
        <a:defRPr sz="10900" kern="1200">
          <a:solidFill>
            <a:schemeClr val="tx1"/>
          </a:solidFill>
          <a:latin typeface="+mn-lt"/>
          <a:ea typeface="+mn-ea"/>
          <a:cs typeface="+mn-cs"/>
        </a:defRPr>
      </a:lvl5pPr>
      <a:lvl6pPr marL="13672393" indent="-1242954" algn="l" defTabSz="4971784" rtl="0" eaLnBrk="1" latinLnBrk="0" hangingPunct="1">
        <a:spcBef>
          <a:spcPct val="20000"/>
        </a:spcBef>
        <a:buFont typeface="Arial" panose="020B0604020202020204" pitchFamily="34" charset="0"/>
        <a:buChar char="•"/>
        <a:defRPr sz="10900" kern="1200">
          <a:solidFill>
            <a:schemeClr val="tx1"/>
          </a:solidFill>
          <a:latin typeface="+mn-lt"/>
          <a:ea typeface="+mn-ea"/>
          <a:cs typeface="+mn-cs"/>
        </a:defRPr>
      </a:lvl6pPr>
      <a:lvl7pPr marL="16158285" indent="-1242954" algn="l" defTabSz="4971784" rtl="0" eaLnBrk="1" latinLnBrk="0" hangingPunct="1">
        <a:spcBef>
          <a:spcPct val="20000"/>
        </a:spcBef>
        <a:buFont typeface="Arial" panose="020B0604020202020204" pitchFamily="34" charset="0"/>
        <a:buChar char="•"/>
        <a:defRPr sz="10900" kern="1200">
          <a:solidFill>
            <a:schemeClr val="tx1"/>
          </a:solidFill>
          <a:latin typeface="+mn-lt"/>
          <a:ea typeface="+mn-ea"/>
          <a:cs typeface="+mn-cs"/>
        </a:defRPr>
      </a:lvl7pPr>
      <a:lvl8pPr marL="18644172" indent="-1242954" algn="l" defTabSz="4971784" rtl="0" eaLnBrk="1" latinLnBrk="0" hangingPunct="1">
        <a:spcBef>
          <a:spcPct val="20000"/>
        </a:spcBef>
        <a:buFont typeface="Arial" panose="020B0604020202020204" pitchFamily="34" charset="0"/>
        <a:buChar char="•"/>
        <a:defRPr sz="10900" kern="1200">
          <a:solidFill>
            <a:schemeClr val="tx1"/>
          </a:solidFill>
          <a:latin typeface="+mn-lt"/>
          <a:ea typeface="+mn-ea"/>
          <a:cs typeface="+mn-cs"/>
        </a:defRPr>
      </a:lvl8pPr>
      <a:lvl9pPr marL="21130059" indent="-1242954" algn="l" defTabSz="4971784" rtl="0" eaLnBrk="1" latinLnBrk="0" hangingPunct="1">
        <a:spcBef>
          <a:spcPct val="20000"/>
        </a:spcBef>
        <a:buFont typeface="Arial" panose="020B0604020202020204" pitchFamily="34" charset="0"/>
        <a:buChar char="•"/>
        <a:defRPr sz="10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7178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1pPr>
      <a:lvl2pPr marL="2485887" algn="l" defTabSz="497178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2pPr>
      <a:lvl3pPr marL="4971784" algn="l" defTabSz="497178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3pPr>
      <a:lvl4pPr marL="7457666" algn="l" defTabSz="497178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4pPr>
      <a:lvl5pPr marL="9943558" algn="l" defTabSz="497178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5pPr>
      <a:lvl6pPr marL="12429455" algn="l" defTabSz="497178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6pPr>
      <a:lvl7pPr marL="14915337" algn="l" defTabSz="497178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7pPr>
      <a:lvl8pPr marL="17401229" algn="l" defTabSz="497178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8pPr>
      <a:lvl9pPr marL="19887115" algn="l" defTabSz="497178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jpe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5" Type="http://schemas.openxmlformats.org/officeDocument/2006/relationships/image" Target="../media/image3.jpg"/><Relationship Id="rId10" Type="http://schemas.openxmlformats.org/officeDocument/2006/relationships/image" Target="../media/image8.jp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57249" y="685810"/>
            <a:ext cx="34366201" cy="49682401"/>
          </a:xfrm>
          <a:prstGeom prst="rect">
            <a:avLst/>
          </a:prstGeom>
          <a:noFill/>
          <a:ln w="317500" cmpd="thickThin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53" tIns="45676" rIns="91353" bIns="45676" rtlCol="1" anchor="ctr"/>
          <a:lstStyle/>
          <a:p>
            <a:pPr algn="ctr" defTabSz="1843980" fontAlgn="auto">
              <a:spcBef>
                <a:spcPts val="0"/>
              </a:spcBef>
              <a:spcAft>
                <a:spcPts val="0"/>
              </a:spcAft>
              <a:defRPr/>
            </a:pPr>
            <a:endParaRPr lang="ar-EG"/>
          </a:p>
        </p:txBody>
      </p:sp>
      <p:sp>
        <p:nvSpPr>
          <p:cNvPr id="2052" name="TextBox 5"/>
          <p:cNvSpPr txBox="1">
            <a:spLocks noChangeArrowheads="1"/>
          </p:cNvSpPr>
          <p:nvPr/>
        </p:nvSpPr>
        <p:spPr bwMode="auto">
          <a:xfrm>
            <a:off x="8782050" y="3891359"/>
            <a:ext cx="18440399" cy="3046899"/>
          </a:xfrm>
          <a:prstGeom prst="rect">
            <a:avLst/>
          </a:prstGeom>
          <a:noFill/>
          <a:ln w="127000">
            <a:noFill/>
            <a:miter lim="800000"/>
            <a:headEnd/>
            <a:tailEnd/>
          </a:ln>
        </p:spPr>
        <p:txBody>
          <a:bodyPr wrap="square" lIns="91353" tIns="45676" rIns="91353" bIns="45676">
            <a:spAutoFit/>
          </a:bodyPr>
          <a:lstStyle/>
          <a:p>
            <a:pPr algn="ctr">
              <a:defRPr/>
            </a:pPr>
            <a:r>
              <a:rPr lang="ar-EG" altLang="ar-EG" sz="9600" b="1" dirty="0">
                <a:ln w="38100">
                  <a:solidFill>
                    <a:schemeClr val="tx1"/>
                  </a:solidFill>
                </a:ln>
                <a:solidFill>
                  <a:srgbClr val="002060"/>
                </a:solidFill>
                <a:cs typeface="+mj-cs"/>
              </a:rPr>
              <a:t>كلية نظم المعلومات وعلوم الحاسب</a:t>
            </a:r>
          </a:p>
          <a:p>
            <a:pPr algn="ctr">
              <a:defRPr/>
            </a:pPr>
            <a:r>
              <a:rPr lang="ar-EG" altLang="ar-EG" sz="9600" b="1" dirty="0">
                <a:ln w="38100">
                  <a:solidFill>
                    <a:schemeClr val="tx1"/>
                  </a:solidFill>
                </a:ln>
                <a:solidFill>
                  <a:srgbClr val="002060"/>
                </a:solidFill>
                <a:cs typeface="+mj-cs"/>
              </a:rPr>
              <a:t> المعرض العلمي  </a:t>
            </a:r>
            <a:r>
              <a:rPr lang="en-US" altLang="ar-EG" sz="9600" b="1" dirty="0">
                <a:ln w="38100">
                  <a:solidFill>
                    <a:schemeClr val="tx1"/>
                  </a:solidFill>
                </a:ln>
                <a:solidFill>
                  <a:srgbClr val="002060"/>
                </a:solidFill>
                <a:cs typeface="+mj-cs"/>
              </a:rPr>
              <a:t>-</a:t>
            </a:r>
            <a:r>
              <a:rPr lang="ar-EG" altLang="ar-EG" sz="9600" b="1" dirty="0">
                <a:ln w="38100">
                  <a:solidFill>
                    <a:schemeClr val="tx1"/>
                  </a:solidFill>
                </a:ln>
                <a:solidFill>
                  <a:srgbClr val="002060"/>
                </a:solidFill>
                <a:cs typeface="+mj-cs"/>
              </a:rPr>
              <a:t> </a:t>
            </a:r>
            <a:r>
              <a:rPr lang="ar-EG" altLang="ar-EG" sz="9600" b="1" dirty="0">
                <a:ln w="38100">
                  <a:solidFill>
                    <a:schemeClr val="tx1"/>
                  </a:solidFill>
                </a:ln>
                <a:solidFill>
                  <a:srgbClr val="002060"/>
                </a:solidFill>
                <a:cs typeface="Arial" pitchFamily="34" charset="0"/>
              </a:rPr>
              <a:t>يونيو 2023</a:t>
            </a:r>
          </a:p>
        </p:txBody>
      </p:sp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442264" y="7990467"/>
            <a:ext cx="33411297" cy="144646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353" tIns="45676" rIns="91353" bIns="45676">
            <a:spAutoFit/>
          </a:bodyPr>
          <a:lstStyle/>
          <a:p>
            <a:pPr algn="ctr">
              <a:defRPr/>
            </a:pPr>
            <a:r>
              <a:rPr lang="ar-SA" sz="8800" b="1" dirty="0">
                <a:cs typeface="+mj-cs"/>
              </a:rPr>
              <a:t>ترشيد استه</a:t>
            </a:r>
            <a:r>
              <a:rPr lang="ar-EG" sz="8800" b="1" dirty="0">
                <a:cs typeface="+mj-cs"/>
              </a:rPr>
              <a:t>لاك</a:t>
            </a:r>
            <a:r>
              <a:rPr lang="ar-SA" sz="8800" b="1" dirty="0">
                <a:cs typeface="+mj-cs"/>
              </a:rPr>
              <a:t> المضادات الحيوية</a:t>
            </a:r>
            <a:endParaRPr lang="ar-EG" sz="8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j-cs"/>
            </a:endParaRPr>
          </a:p>
        </p:txBody>
      </p:sp>
      <p:sp>
        <p:nvSpPr>
          <p:cNvPr id="2062" name="TextBox 16"/>
          <p:cNvSpPr txBox="1">
            <a:spLocks noChangeArrowheads="1"/>
          </p:cNvSpPr>
          <p:nvPr/>
        </p:nvSpPr>
        <p:spPr bwMode="auto">
          <a:xfrm>
            <a:off x="23412451" y="10855910"/>
            <a:ext cx="11523214" cy="1354128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91353" tIns="45676" rIns="91353" bIns="45676">
            <a:spAutoFit/>
          </a:bodyPr>
          <a:lstStyle/>
          <a:p>
            <a:pPr>
              <a:defRPr/>
            </a:pPr>
            <a:r>
              <a:rPr lang="ar-EG" altLang="ar-EG" sz="8200" b="1" dirty="0">
                <a:ln w="28575">
                  <a:solidFill>
                    <a:schemeClr val="tx1"/>
                  </a:solidFill>
                </a:ln>
                <a:solidFill>
                  <a:schemeClr val="tx2">
                    <a:lumMod val="50000"/>
                  </a:schemeClr>
                </a:solidFill>
                <a:cs typeface="Arial" pitchFamily="34" charset="0"/>
              </a:rPr>
              <a:t>1- الهـــدف مــن المشــــــــــروع</a:t>
            </a:r>
          </a:p>
        </p:txBody>
      </p:sp>
      <p:sp>
        <p:nvSpPr>
          <p:cNvPr id="2057" name="TextBox 18"/>
          <p:cNvSpPr txBox="1">
            <a:spLocks noChangeArrowheads="1"/>
          </p:cNvSpPr>
          <p:nvPr/>
        </p:nvSpPr>
        <p:spPr bwMode="auto">
          <a:xfrm>
            <a:off x="23336257" y="13176820"/>
            <a:ext cx="11607346" cy="47088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01600">
            <a:solidFill>
              <a:schemeClr val="tx1"/>
            </a:solidFill>
            <a:miter lim="800000"/>
            <a:headEnd/>
            <a:tailEnd/>
          </a:ln>
        </p:spPr>
        <p:txBody>
          <a:bodyPr wrap="square" lIns="91353" tIns="45676" rIns="91353" bIns="45676">
            <a:spAutoFit/>
          </a:bodyPr>
          <a:lstStyle/>
          <a:p>
            <a:pPr marL="547175" indent="-410777" algn="justLow" eaLnBrk="0" hangingPunct="0"/>
            <a:r>
              <a:rPr lang="ar-SA" sz="6000" b="1" dirty="0">
                <a:cs typeface="+mj-cs"/>
              </a:rPr>
              <a:t>تطوير نظام شامل إلدارة المرضى يسمح للمهنيين الصحيين بإدخال وإدارة بيانات المرضى المتعلقة بالعدوى البكتيرية وع</a:t>
            </a:r>
            <a:r>
              <a:rPr lang="ar-EG" sz="6000" b="1" dirty="0">
                <a:cs typeface="+mj-cs"/>
              </a:rPr>
              <a:t>لاجات</a:t>
            </a:r>
            <a:r>
              <a:rPr lang="ar-SA" sz="6000" b="1" dirty="0">
                <a:cs typeface="+mj-cs"/>
              </a:rPr>
              <a:t> المضادات الحيوية بكفائة.تنفيذ بنية قاعدة بيانات قوية لتخزين معلومات المرضى</a:t>
            </a:r>
            <a:endParaRPr lang="ar-EG" sz="6000" b="1" dirty="0">
              <a:cs typeface="+mj-cs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 flipV="1">
            <a:off x="1009656" y="18973812"/>
            <a:ext cx="34137601" cy="76197"/>
          </a:xfrm>
          <a:prstGeom prst="line">
            <a:avLst/>
          </a:prstGeom>
          <a:ln w="190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5" name="TextBox 22"/>
          <p:cNvSpPr txBox="1">
            <a:spLocks noChangeArrowheads="1"/>
          </p:cNvSpPr>
          <p:nvPr/>
        </p:nvSpPr>
        <p:spPr bwMode="auto">
          <a:xfrm>
            <a:off x="23412450" y="19321475"/>
            <a:ext cx="11441111" cy="1431072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91353" tIns="45676" rIns="91353" bIns="45676">
            <a:spAutoFit/>
          </a:bodyPr>
          <a:lstStyle/>
          <a:p>
            <a:pPr>
              <a:defRPr/>
            </a:pPr>
            <a:r>
              <a:rPr lang="ar-EG" altLang="ar-EG" sz="8700" b="1" dirty="0">
                <a:ln w="28575">
                  <a:solidFill>
                    <a:schemeClr val="tx1"/>
                  </a:solidFill>
                </a:ln>
                <a:solidFill>
                  <a:schemeClr val="tx2">
                    <a:lumMod val="50000"/>
                  </a:schemeClr>
                </a:solidFill>
                <a:cs typeface="Arial" pitchFamily="34" charset="0"/>
              </a:rPr>
              <a:t>2-  الــــدراســـة النظـــريـــــــة</a:t>
            </a:r>
          </a:p>
        </p:txBody>
      </p:sp>
      <p:sp>
        <p:nvSpPr>
          <p:cNvPr id="2060" name="TextBox 28"/>
          <p:cNvSpPr txBox="1">
            <a:spLocks noChangeArrowheads="1"/>
          </p:cNvSpPr>
          <p:nvPr/>
        </p:nvSpPr>
        <p:spPr bwMode="auto">
          <a:xfrm>
            <a:off x="23336257" y="21182015"/>
            <a:ext cx="11506193" cy="56322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01600">
            <a:solidFill>
              <a:schemeClr val="tx1"/>
            </a:solidFill>
            <a:miter lim="800000"/>
            <a:headEnd/>
            <a:tailEnd/>
          </a:ln>
        </p:spPr>
        <p:txBody>
          <a:bodyPr wrap="square" lIns="91353" tIns="45676" rIns="91353" bIns="45676">
            <a:spAutoFit/>
          </a:bodyPr>
          <a:lstStyle/>
          <a:p>
            <a:pPr marL="685800" indent="-685800" algn="justLow">
              <a:buFont typeface="Arial" panose="020B0604020202020204" pitchFamily="34" charset="0"/>
              <a:buChar char="•"/>
            </a:pPr>
            <a:r>
              <a:rPr lang="ar-EG" sz="6000" b="1" dirty="0"/>
              <a:t>تحميل نظام التشغيل </a:t>
            </a:r>
            <a:r>
              <a:rPr lang="en-US" sz="6000" b="1" dirty="0" err="1"/>
              <a:t>Laragon</a:t>
            </a:r>
            <a:r>
              <a:rPr lang="ar-EG" sz="6000" b="1" dirty="0"/>
              <a:t> وحزم البرامج المطلوبة و الموبايل ابليكشن</a:t>
            </a:r>
            <a:r>
              <a:rPr lang="en-US" sz="6000" b="1" dirty="0"/>
              <a:t> </a:t>
            </a:r>
            <a:r>
              <a:rPr lang="ar-EG" sz="6000" b="1" dirty="0"/>
              <a:t>.</a:t>
            </a:r>
            <a:endParaRPr lang="en-US" sz="6000" b="1" dirty="0"/>
          </a:p>
          <a:p>
            <a:pPr marL="685800" indent="-685800" algn="justLow">
              <a:buFont typeface="Arial" panose="020B0604020202020204" pitchFamily="34" charset="0"/>
              <a:buChar char="•"/>
            </a:pPr>
            <a:r>
              <a:rPr lang="ar-EG" altLang="ar-EG" sz="6000" b="1" dirty="0"/>
              <a:t>تأمين عملية الدخول إلى النظام وتحديد صلاحيات كل مستخدم.</a:t>
            </a:r>
            <a:endParaRPr lang="en-US" altLang="ar-EG" sz="6000" b="1" dirty="0"/>
          </a:p>
          <a:p>
            <a:pPr marL="685800" indent="-685800" algn="justLow">
              <a:buFont typeface="Arial" panose="020B0604020202020204" pitchFamily="34" charset="0"/>
              <a:buChar char="•"/>
            </a:pPr>
            <a:r>
              <a:rPr lang="ar-EG" altLang="ar-EG" sz="6000" b="1" dirty="0"/>
              <a:t>تحقيق الاتصال مع شبكة الإنترنت من خلال موزع شبكي أو خادم.</a:t>
            </a:r>
          </a:p>
        </p:txBody>
      </p:sp>
      <p:cxnSp>
        <p:nvCxnSpPr>
          <p:cNvPr id="34" name="Straight Connector 33"/>
          <p:cNvCxnSpPr/>
          <p:nvPr/>
        </p:nvCxnSpPr>
        <p:spPr>
          <a:xfrm flipV="1">
            <a:off x="1009650" y="33909012"/>
            <a:ext cx="34061399" cy="76197"/>
          </a:xfrm>
          <a:prstGeom prst="line">
            <a:avLst/>
          </a:prstGeom>
          <a:ln w="190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6" name="TextBox 54"/>
          <p:cNvSpPr txBox="1">
            <a:spLocks noChangeArrowheads="1"/>
          </p:cNvSpPr>
          <p:nvPr/>
        </p:nvSpPr>
        <p:spPr bwMode="auto">
          <a:xfrm>
            <a:off x="23412450" y="34191588"/>
            <a:ext cx="11279189" cy="1431072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91353" tIns="45676" rIns="91353" bIns="45676">
            <a:spAutoFit/>
          </a:bodyPr>
          <a:lstStyle/>
          <a:p>
            <a:pPr>
              <a:defRPr/>
            </a:pPr>
            <a:r>
              <a:rPr lang="ar-EG" altLang="ar-EG" sz="8700" b="1" dirty="0">
                <a:ln w="28575">
                  <a:solidFill>
                    <a:schemeClr val="tx1"/>
                  </a:solidFill>
                </a:ln>
                <a:solidFill>
                  <a:schemeClr val="tx2">
                    <a:lumMod val="50000"/>
                  </a:schemeClr>
                </a:solidFill>
                <a:cs typeface="Arial" pitchFamily="34" charset="0"/>
              </a:rPr>
              <a:t>4- أهـــــم نـتــائج الــدراســـــة</a:t>
            </a:r>
          </a:p>
        </p:txBody>
      </p:sp>
      <p:sp>
        <p:nvSpPr>
          <p:cNvPr id="44" name="Left Arrow 43"/>
          <p:cNvSpPr/>
          <p:nvPr/>
        </p:nvSpPr>
        <p:spPr>
          <a:xfrm>
            <a:off x="26612850" y="45186591"/>
            <a:ext cx="8153401" cy="4876809"/>
          </a:xfrm>
          <a:prstGeom prst="leftArrow">
            <a:avLst>
              <a:gd name="adj1" fmla="val 50000"/>
              <a:gd name="adj2" fmla="val 34795"/>
            </a:avLst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53" tIns="45676" rIns="91353" bIns="45676" rtlCol="1" anchor="ctr"/>
          <a:lstStyle/>
          <a:p>
            <a:pPr defTabSz="184398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ar-EG" sz="8000" b="1" dirty="0">
                <a:ln>
                  <a:solidFill>
                    <a:schemeClr val="tx1"/>
                  </a:solidFill>
                </a:ln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ar-EG" sz="8000" b="1" dirty="0">
                <a:ln w="28575">
                  <a:solidFill>
                    <a:schemeClr val="tx1"/>
                  </a:solidFill>
                </a:ln>
                <a:solidFill>
                  <a:schemeClr val="tx2">
                    <a:lumMod val="50000"/>
                  </a:schemeClr>
                </a:solidFill>
              </a:rPr>
              <a:t>5 - أوجه الاستفادة</a:t>
            </a:r>
            <a:r>
              <a:rPr lang="en-US" sz="8000" b="1" dirty="0">
                <a:ln w="28575">
                  <a:solidFill>
                    <a:schemeClr val="tx1"/>
                  </a:solidFill>
                </a:ln>
                <a:solidFill>
                  <a:schemeClr val="tx2">
                    <a:lumMod val="50000"/>
                  </a:schemeClr>
                </a:solidFill>
              </a:rPr>
              <a:t> </a:t>
            </a:r>
          </a:p>
          <a:p>
            <a:pPr defTabSz="184398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dirty="0">
                <a:ln w="28575">
                  <a:solidFill>
                    <a:schemeClr val="tx1"/>
                  </a:solidFill>
                </a:ln>
                <a:solidFill>
                  <a:schemeClr val="tx2">
                    <a:lumMod val="50000"/>
                  </a:schemeClr>
                </a:solidFill>
              </a:rPr>
              <a:t>      </a:t>
            </a:r>
            <a:r>
              <a:rPr lang="ar-EG" sz="8000" b="1" dirty="0">
                <a:ln w="28575">
                  <a:solidFill>
                    <a:schemeClr val="tx1"/>
                  </a:solidFill>
                </a:ln>
                <a:solidFill>
                  <a:schemeClr val="tx2">
                    <a:lumMod val="50000"/>
                  </a:schemeClr>
                </a:solidFill>
              </a:rPr>
              <a:t>من المشــــروع</a:t>
            </a:r>
          </a:p>
        </p:txBody>
      </p:sp>
      <p:sp>
        <p:nvSpPr>
          <p:cNvPr id="2067" name="TextBox 62"/>
          <p:cNvSpPr txBox="1">
            <a:spLocks noChangeArrowheads="1"/>
          </p:cNvSpPr>
          <p:nvPr/>
        </p:nvSpPr>
        <p:spPr bwMode="auto">
          <a:xfrm>
            <a:off x="23336257" y="36094998"/>
            <a:ext cx="11445875" cy="93255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01600">
            <a:solidFill>
              <a:schemeClr val="tx1"/>
            </a:solidFill>
            <a:miter lim="800000"/>
            <a:headEnd/>
            <a:tailEnd/>
          </a:ln>
        </p:spPr>
        <p:txBody>
          <a:bodyPr wrap="square" lIns="91353" tIns="45676" rIns="91353" bIns="45676">
            <a:spAutoFit/>
          </a:bodyPr>
          <a:lstStyle/>
          <a:p>
            <a:pPr marL="1143000" indent="-1143000" algn="justLow">
              <a:buFont typeface="Arial" panose="020B0604020202020204" pitchFamily="34" charset="0"/>
              <a:buChar char="•"/>
            </a:pPr>
            <a:r>
              <a:rPr lang="ar-SA" sz="6000" b="1" dirty="0">
                <a:cs typeface="+mj-cs"/>
              </a:rPr>
              <a:t>إنتاج تقارير إحصائية وميزات تصور بيانات توفر رؤى حول تأثير المضادات الحيوية ومستويات المقاومة، مما يساعد المهنيين الصحيين في اتخاذ قرارات عالجية مستنيرة.</a:t>
            </a:r>
            <a:endParaRPr lang="ar-EG" sz="6000" b="1" dirty="0">
              <a:cs typeface="+mj-cs"/>
            </a:endParaRPr>
          </a:p>
          <a:p>
            <a:pPr marL="1143000" indent="-1143000" algn="justLow">
              <a:buFont typeface="Arial" panose="020B0604020202020204" pitchFamily="34" charset="0"/>
              <a:buChar char="•"/>
            </a:pPr>
            <a:r>
              <a:rPr lang="ar-SA" sz="5800" b="1" dirty="0">
                <a:cs typeface="+mj-cs"/>
              </a:rPr>
              <a:t>إنشاء واجهة مستخدم بديهية تسمح للمهنيين الصحيين بتتبع ومراقبة فعالية المضادات الحيوية المختلفة ضد سالالت البكتيريا المحددة بنا ًء على مستويات المقاومة</a:t>
            </a:r>
            <a:r>
              <a:rPr lang="ar-EG" altLang="ar-EG" sz="5800" b="1" dirty="0">
                <a:cs typeface="+mj-cs"/>
              </a:rPr>
              <a:t>.</a:t>
            </a:r>
          </a:p>
        </p:txBody>
      </p:sp>
      <p:sp>
        <p:nvSpPr>
          <p:cNvPr id="1059" name="TextBox 63"/>
          <p:cNvSpPr txBox="1">
            <a:spLocks noChangeArrowheads="1"/>
          </p:cNvSpPr>
          <p:nvPr/>
        </p:nvSpPr>
        <p:spPr bwMode="auto">
          <a:xfrm>
            <a:off x="1314451" y="45415200"/>
            <a:ext cx="24841200" cy="34162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01600">
            <a:solidFill>
              <a:schemeClr val="tx1"/>
            </a:solidFill>
            <a:miter lim="800000"/>
            <a:headEnd/>
            <a:tailEnd/>
          </a:ln>
        </p:spPr>
        <p:txBody>
          <a:bodyPr wrap="square" lIns="91353" tIns="45676" rIns="91353" bIns="45676">
            <a:spAutoFit/>
          </a:bodyPr>
          <a:lstStyle/>
          <a:p>
            <a:pPr marL="857250" indent="-857250" algn="justLow">
              <a:buFont typeface="Arial" panose="020B0604020202020204" pitchFamily="34" charset="0"/>
              <a:buChar char="•"/>
              <a:defRPr/>
            </a:pPr>
            <a:r>
              <a:rPr lang="ar-SA" sz="7200" b="1" dirty="0">
                <a:cs typeface="+mj-cs"/>
              </a:rPr>
              <a:t>تعزيز جودة الرعاية الصحية: من خالل تسجيل المرضى وتتبع استجابتهم للمضادات الحيوية، وتحقيق نتائج أفضل للمرضى.</a:t>
            </a:r>
            <a:endParaRPr lang="ar-EG" sz="7200" b="1" dirty="0">
              <a:cs typeface="+mj-cs"/>
            </a:endParaRPr>
          </a:p>
          <a:p>
            <a:pPr marL="857250" indent="-857250" algn="justLow">
              <a:buFont typeface="Arial" panose="020B0604020202020204" pitchFamily="34" charset="0"/>
              <a:buChar char="•"/>
              <a:defRPr/>
            </a:pPr>
            <a:r>
              <a:rPr lang="ar-SA" sz="7200" b="1" dirty="0">
                <a:cs typeface="+mj-cs"/>
              </a:rPr>
              <a:t>تقليل تكلفة الرعاية الصحية: بما في ذلك توفير الموارد الضرورية وتقليل الهدر.</a:t>
            </a:r>
            <a:endParaRPr lang="ar-EG" altLang="ar-EG" sz="7200" b="1" dirty="0">
              <a:ln w="28575">
                <a:solidFill>
                  <a:schemeClr val="tx1"/>
                </a:solidFill>
              </a:ln>
              <a:solidFill>
                <a:schemeClr val="tx2">
                  <a:lumMod val="50000"/>
                </a:schemeClr>
              </a:solidFill>
              <a:latin typeface="+mn-lt"/>
              <a:cs typeface="+mj-cs"/>
            </a:endParaRPr>
          </a:p>
        </p:txBody>
      </p:sp>
      <p:cxnSp>
        <p:nvCxnSpPr>
          <p:cNvPr id="66" name="Straight Connector 65"/>
          <p:cNvCxnSpPr/>
          <p:nvPr/>
        </p:nvCxnSpPr>
        <p:spPr>
          <a:xfrm>
            <a:off x="1803062" y="45186591"/>
            <a:ext cx="34061399" cy="0"/>
          </a:xfrm>
          <a:prstGeom prst="line">
            <a:avLst/>
          </a:prstGeom>
          <a:ln w="190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05"/>
          <p:cNvSpPr>
            <a:spLocks noChangeArrowheads="1"/>
          </p:cNvSpPr>
          <p:nvPr/>
        </p:nvSpPr>
        <p:spPr bwMode="auto">
          <a:xfrm>
            <a:off x="35723830" y="3633791"/>
            <a:ext cx="28067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353" tIns="45676" rIns="91353" bIns="45676" anchor="ctr">
            <a:spAutoFit/>
          </a:bodyPr>
          <a:lstStyle/>
          <a:p>
            <a:pPr eaLnBrk="0" hangingPunct="0"/>
            <a:r>
              <a:rPr lang="en-US" sz="3300"/>
              <a:t> </a:t>
            </a:r>
            <a:endParaRPr lang="en-US"/>
          </a:p>
        </p:txBody>
      </p:sp>
      <p:sp>
        <p:nvSpPr>
          <p:cNvPr id="2079" name="Rectangle 79"/>
          <p:cNvSpPr>
            <a:spLocks noChangeArrowheads="1"/>
          </p:cNvSpPr>
          <p:nvPr/>
        </p:nvSpPr>
        <p:spPr bwMode="auto">
          <a:xfrm>
            <a:off x="35501012" y="-130754"/>
            <a:ext cx="503488" cy="261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353" tIns="45676" rIns="91353" bIns="45676" anchor="ctr">
            <a:spAutoFit/>
          </a:bodyPr>
          <a:lstStyle/>
          <a:p>
            <a:pPr eaLnBrk="0" hangingPunct="0"/>
            <a:r>
              <a:rPr lang="en-US" sz="1100"/>
              <a:t>α</a:t>
            </a:r>
            <a:r>
              <a:rPr lang="en-US" sz="1100" baseline="-30000"/>
              <a:t>L</a:t>
            </a:r>
            <a:r>
              <a:rPr lang="en-US" sz="1100"/>
              <a:t> =   </a:t>
            </a:r>
            <a:endParaRPr lang="en-US"/>
          </a:p>
        </p:txBody>
      </p:sp>
      <p:sp>
        <p:nvSpPr>
          <p:cNvPr id="2081" name="Rectangle 81"/>
          <p:cNvSpPr>
            <a:spLocks noChangeArrowheads="1"/>
          </p:cNvSpPr>
          <p:nvPr/>
        </p:nvSpPr>
        <p:spPr bwMode="auto">
          <a:xfrm>
            <a:off x="35501012" y="-130754"/>
            <a:ext cx="503488" cy="261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353" tIns="45676" rIns="91353" bIns="45676" anchor="ctr">
            <a:spAutoFit/>
          </a:bodyPr>
          <a:lstStyle/>
          <a:p>
            <a:pPr eaLnBrk="0" hangingPunct="0"/>
            <a:r>
              <a:rPr lang="en-US" sz="1100"/>
              <a:t>α</a:t>
            </a:r>
            <a:r>
              <a:rPr lang="en-US" sz="1100" baseline="-30000"/>
              <a:t>L</a:t>
            </a:r>
            <a:r>
              <a:rPr lang="en-US" sz="1100"/>
              <a:t> =   </a:t>
            </a:r>
            <a:endParaRPr lang="en-US"/>
          </a:p>
        </p:txBody>
      </p:sp>
      <p:cxnSp>
        <p:nvCxnSpPr>
          <p:cNvPr id="92" name="Straight Connector 91"/>
          <p:cNvCxnSpPr/>
          <p:nvPr/>
        </p:nvCxnSpPr>
        <p:spPr>
          <a:xfrm>
            <a:off x="933457" y="27127200"/>
            <a:ext cx="34137601" cy="0"/>
          </a:xfrm>
          <a:prstGeom prst="line">
            <a:avLst/>
          </a:prstGeom>
          <a:ln w="190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22"/>
          <p:cNvSpPr txBox="1">
            <a:spLocks noChangeArrowheads="1"/>
          </p:cNvSpPr>
          <p:nvPr/>
        </p:nvSpPr>
        <p:spPr bwMode="auto">
          <a:xfrm>
            <a:off x="23487858" y="27448728"/>
            <a:ext cx="11354592" cy="1431072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91353" tIns="45676" rIns="91353" bIns="45676">
            <a:spAutoFit/>
          </a:bodyPr>
          <a:lstStyle/>
          <a:p>
            <a:pPr>
              <a:defRPr/>
            </a:pPr>
            <a:r>
              <a:rPr lang="ar-EG" altLang="ar-EG" sz="8700" b="1" dirty="0">
                <a:ln w="28575">
                  <a:solidFill>
                    <a:schemeClr val="tx1"/>
                  </a:solidFill>
                </a:ln>
                <a:solidFill>
                  <a:schemeClr val="tx2">
                    <a:lumMod val="50000"/>
                  </a:schemeClr>
                </a:solidFill>
                <a:cs typeface="Arial" pitchFamily="34" charset="0"/>
              </a:rPr>
              <a:t>3-  التصمــيـــمــــــــــــــــــــات</a:t>
            </a:r>
          </a:p>
        </p:txBody>
      </p:sp>
      <p:sp>
        <p:nvSpPr>
          <p:cNvPr id="2088" name="TextBox 52"/>
          <p:cNvSpPr txBox="1">
            <a:spLocks noChangeArrowheads="1"/>
          </p:cNvSpPr>
          <p:nvPr/>
        </p:nvSpPr>
        <p:spPr bwMode="auto">
          <a:xfrm>
            <a:off x="23412451" y="29285237"/>
            <a:ext cx="11506200" cy="39702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01600">
            <a:solidFill>
              <a:schemeClr val="tx1"/>
            </a:solidFill>
            <a:miter lim="800000"/>
            <a:headEnd/>
            <a:tailEnd/>
          </a:ln>
        </p:spPr>
        <p:txBody>
          <a:bodyPr wrap="square" lIns="91353" tIns="45676" rIns="91353" bIns="45676">
            <a:spAutoFit/>
          </a:bodyPr>
          <a:lstStyle/>
          <a:p>
            <a:pPr marL="857250" indent="-857250" algn="justLow">
              <a:buFont typeface="Arial" pitchFamily="34" charset="0"/>
              <a:buChar char="•"/>
            </a:pPr>
            <a:r>
              <a:rPr lang="ar-EG" altLang="ar-EG" sz="6000" b="1" dirty="0"/>
              <a:t>اختيار حزم البرامج المطلوبة لتشغيل الإنترنت (مثال: </a:t>
            </a:r>
            <a:r>
              <a:rPr lang="en-US" altLang="ar-EG" sz="6000" b="1" dirty="0"/>
              <a:t>Chromium</a:t>
            </a:r>
            <a:r>
              <a:rPr lang="ar-EG" altLang="ar-EG" sz="6000" b="1" dirty="0"/>
              <a:t>).</a:t>
            </a:r>
          </a:p>
          <a:p>
            <a:pPr marL="857250" indent="-857250" algn="justLow">
              <a:buFont typeface="Arial" pitchFamily="34" charset="0"/>
              <a:buChar char="•"/>
            </a:pPr>
            <a:r>
              <a:rPr lang="ar-EG" altLang="ar-EG" sz="6000" b="1" dirty="0"/>
              <a:t>تأمين حفظ الملفات الخاصة لكل مريض </a:t>
            </a:r>
          </a:p>
          <a:p>
            <a:pPr marL="857250" indent="-857250" algn="justLow">
              <a:buFont typeface="Arial" pitchFamily="34" charset="0"/>
              <a:buChar char="•"/>
            </a:pPr>
            <a:r>
              <a:rPr lang="ar-EG" altLang="ar-EG" sz="6000" b="1" dirty="0"/>
              <a:t>استخدام موبايل</a:t>
            </a:r>
            <a:r>
              <a:rPr lang="en-US" altLang="ar-EG" sz="6000" b="1" dirty="0"/>
              <a:t>  </a:t>
            </a:r>
            <a:r>
              <a:rPr lang="ar-EG" altLang="ar-EG" sz="6000" b="1" dirty="0"/>
              <a:t>حديث</a:t>
            </a:r>
            <a:r>
              <a:rPr lang="en-US" altLang="ar-EG" sz="6000" b="1" dirty="0"/>
              <a:t> </a:t>
            </a:r>
            <a:r>
              <a:rPr lang="ar-EG" altLang="ar-EG" sz="6000" b="1" dirty="0"/>
              <a:t>مثل </a:t>
            </a:r>
            <a:r>
              <a:rPr lang="en-US" altLang="ar-EG" sz="4400" b="1" dirty="0"/>
              <a:t>Samsung s22</a:t>
            </a:r>
            <a:r>
              <a:rPr lang="en-US" altLang="ar-EG" sz="6600" b="1" dirty="0"/>
              <a:t>)</a:t>
            </a:r>
            <a:r>
              <a:rPr lang="ar-EG" altLang="ar-EG" sz="6000" b="1" dirty="0"/>
              <a:t> </a:t>
            </a:r>
            <a:r>
              <a:rPr lang="en-US" altLang="ar-EG" sz="7200" b="1" dirty="0"/>
              <a:t>(</a:t>
            </a:r>
            <a:endParaRPr lang="ar-EG" altLang="ar-EG" sz="7200" b="1" dirty="0"/>
          </a:p>
        </p:txBody>
      </p:sp>
      <p:sp>
        <p:nvSpPr>
          <p:cNvPr id="16" name="AutoShape 2" descr="Image result for raspbian jessi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265" y="34592493"/>
            <a:ext cx="11985122" cy="671166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450" y="38025008"/>
            <a:ext cx="11774287" cy="657169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8719" y="10179666"/>
            <a:ext cx="6467158" cy="43036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050" y="19922958"/>
            <a:ext cx="11535530" cy="691251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6628" y="14111903"/>
            <a:ext cx="7291222" cy="444280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2" name="Picture 41"/>
          <p:cNvPicPr/>
          <p:nvPr/>
        </p:nvPicPr>
        <p:blipFill rotWithShape="1">
          <a:blip r:embed="rId8"/>
          <a:srcRect l="29429" t="20656" r="13238" b="8741"/>
          <a:stretch/>
        </p:blipFill>
        <p:spPr bwMode="auto">
          <a:xfrm>
            <a:off x="1803062" y="10360413"/>
            <a:ext cx="12160587" cy="710269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328" y="19563706"/>
            <a:ext cx="7519822" cy="684505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0850" y="27832652"/>
            <a:ext cx="11597421" cy="563118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264" y="27542879"/>
            <a:ext cx="9506281" cy="522431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91E2FC-4CC8-4911-B00C-995D67D04D1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6946" y="1331110"/>
            <a:ext cx="4261104" cy="48432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152DB4-90DB-4516-B3DD-B438BF4EB67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0" y="1410296"/>
            <a:ext cx="4325305" cy="51168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1322</TotalTime>
  <Words>211</Words>
  <Application>Microsoft Office PowerPoint</Application>
  <PresentationFormat>Custom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mtc</dc:creator>
  <cp:lastModifiedBy>Mohamed Said</cp:lastModifiedBy>
  <cp:revision>253</cp:revision>
  <cp:lastPrinted>2023-06-03T13:55:54Z</cp:lastPrinted>
  <dcterms:created xsi:type="dcterms:W3CDTF">2015-06-11T06:18:25Z</dcterms:created>
  <dcterms:modified xsi:type="dcterms:W3CDTF">2023-06-13T23:27:05Z</dcterms:modified>
</cp:coreProperties>
</file>