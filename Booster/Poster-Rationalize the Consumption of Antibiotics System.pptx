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421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6004500" cy="51206400"/>
  <p:notesSz cx="7315200" cy="9601200"/>
  <p:defaultTextStyle>
    <a:defPPr>
      <a:defRPr lang="ar-EG"/>
    </a:defPPr>
    <a:lvl1pPr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921475" indent="-464700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1842939" indent="-929399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2764414" indent="-1394105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3687470" indent="-1860385" algn="r" defTabSz="1842939" rtl="1" fontAlgn="base">
      <a:spcBef>
        <a:spcPct val="0"/>
      </a:spcBef>
      <a:spcAft>
        <a:spcPct val="0"/>
      </a:spcAft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3850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0620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197390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4165" algn="l" defTabSz="913540" rtl="0" eaLnBrk="1" latinLnBrk="0" hangingPunct="1">
      <a:defRPr sz="38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128">
          <p15:clr>
            <a:srgbClr val="A4A3A4"/>
          </p15:clr>
        </p15:guide>
        <p15:guide id="2" pos="113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aximized" horzBarState="maximized">
    <p:restoredLeft sz="89168" autoAdjust="0"/>
    <p:restoredTop sz="94660"/>
  </p:normalViewPr>
  <p:slideViewPr>
    <p:cSldViewPr>
      <p:cViewPr>
        <p:scale>
          <a:sx n="30" d="100"/>
          <a:sy n="30" d="100"/>
        </p:scale>
        <p:origin x="408" y="-6300"/>
      </p:cViewPr>
      <p:guideLst>
        <p:guide orient="horz" pos="16128"/>
        <p:guide pos="113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9C197-A804-400C-9C70-666215F1F924}" type="datetimeFigureOut">
              <a:rPr lang="en-US" smtClean="0"/>
              <a:pPr/>
              <a:t>6/15/2023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4BF31-D128-44CE-AD33-E7471A0C12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271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1588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fld id="{164DF539-AB41-48F9-9DC3-4CD7E4B0436C}" type="datetimeFigureOut">
              <a:rPr lang="ar-EG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92363" y="720725"/>
            <a:ext cx="2532062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ar-E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EG" noProof="0"/>
              <a:t>Click to edit Master text styles</a:t>
            </a:r>
          </a:p>
          <a:p>
            <a:pPr lvl="1"/>
            <a:r>
              <a:rPr lang="en-US" altLang="ar-EG" noProof="0"/>
              <a:t>Second level</a:t>
            </a:r>
          </a:p>
          <a:p>
            <a:pPr lvl="2"/>
            <a:r>
              <a:rPr lang="en-US" altLang="ar-EG" noProof="0"/>
              <a:t>Third level</a:t>
            </a:r>
          </a:p>
          <a:p>
            <a:pPr lvl="3"/>
            <a:r>
              <a:rPr lang="en-US" altLang="ar-EG" noProof="0"/>
              <a:t>Fourth level</a:t>
            </a:r>
          </a:p>
          <a:p>
            <a:pPr lvl="4"/>
            <a:r>
              <a:rPr lang="en-US" altLang="ar-EG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4144963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1588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1949450">
              <a:defRPr sz="1300">
                <a:cs typeface="Arial" charset="0"/>
              </a:defRPr>
            </a:lvl1pPr>
          </a:lstStyle>
          <a:p>
            <a:pPr>
              <a:defRPr/>
            </a:pPr>
            <a:fld id="{27BFA08E-242C-43F1-BBFF-3400C7FD8B07}" type="slidenum">
              <a:rPr lang="ar-EG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56933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921475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842939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764414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687470" algn="r" defTabSz="1842939" rtl="1" eaLnBrk="0" fontAlgn="base" hangingPunct="0">
      <a:spcBef>
        <a:spcPct val="30000"/>
      </a:spcBef>
      <a:spcAft>
        <a:spcPct val="0"/>
      </a:spcAft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609953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5531946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6453934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7375932" algn="r" defTabSz="1843980" rtl="1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92363" y="720725"/>
            <a:ext cx="2532062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EG" altLang="ar-EG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5C7E0F-00DA-4F20-AE77-142281C88BD8}" type="slidenum">
              <a:rPr lang="ar-EG" altLang="ar-EG" smtClean="0"/>
              <a:pPr/>
              <a:t>1</a:t>
            </a:fld>
            <a:endParaRPr lang="ar-EG" altLang="ar-EG"/>
          </a:p>
        </p:txBody>
      </p:sp>
    </p:spTree>
    <p:extLst>
      <p:ext uri="{BB962C8B-B14F-4D97-AF65-F5344CB8AC3E}">
        <p14:creationId xmlns:p14="http://schemas.microsoft.com/office/powerpoint/2010/main" val="195260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38" y="15907214"/>
            <a:ext cx="30603825" cy="10976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675" y="29016960"/>
            <a:ext cx="25203150" cy="13086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85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71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57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43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42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915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401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87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A183EA-0F7F-42EF-B21F-A20DA0503648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7CD87A-5228-46C7-B8BE-3B1C1792EADF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4176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A036BA-9560-4E56-A3BC-66BAB7648D32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ADFF84-FE3B-4074-9E7A-8D1F92DDC1BA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259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107" y="32904857"/>
            <a:ext cx="30603825" cy="10170160"/>
          </a:xfrm>
        </p:spPr>
        <p:txBody>
          <a:bodyPr anchor="t"/>
          <a:lstStyle>
            <a:lvl1pPr algn="l">
              <a:defRPr sz="21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107" y="21703468"/>
            <a:ext cx="30603825" cy="11201396"/>
          </a:xfrm>
        </p:spPr>
        <p:txBody>
          <a:bodyPr anchor="b"/>
          <a:lstStyle>
            <a:lvl1pPr marL="0" indent="0">
              <a:buNone/>
              <a:defRPr sz="10900">
                <a:solidFill>
                  <a:schemeClr val="tx1">
                    <a:tint val="75000"/>
                  </a:schemeClr>
                </a:solidFill>
              </a:defRPr>
            </a:lvl1pPr>
            <a:lvl2pPr marL="2485887" indent="0">
              <a:buNone/>
              <a:defRPr sz="9800">
                <a:solidFill>
                  <a:schemeClr val="tx1">
                    <a:tint val="75000"/>
                  </a:schemeClr>
                </a:solidFill>
              </a:defRPr>
            </a:lvl2pPr>
            <a:lvl3pPr marL="497178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3pPr>
            <a:lvl4pPr marL="7457666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4pPr>
            <a:lvl5pPr marL="994355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5pPr>
            <a:lvl6pPr marL="12429455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6pPr>
            <a:lvl7pPr marL="14915337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7pPr>
            <a:lvl8pPr marL="17401229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8pPr>
            <a:lvl9pPr marL="19887115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F1A96F-D894-488A-8372-5AECA7403485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7BDCCD-3721-43EC-B1F6-36A7AA53D6AF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49433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88408" y="89208187"/>
            <a:ext cx="63495436" cy="252333760"/>
          </a:xfrm>
        </p:spPr>
        <p:txBody>
          <a:bodyPr/>
          <a:lstStyle>
            <a:lvl1pPr>
              <a:defRPr sz="15300"/>
            </a:lvl1pPr>
            <a:lvl2pPr>
              <a:defRPr sz="13100"/>
            </a:lvl2pPr>
            <a:lvl3pPr>
              <a:defRPr sz="10900"/>
            </a:lvl3pPr>
            <a:lvl4pPr>
              <a:defRPr sz="9800"/>
            </a:lvl4pPr>
            <a:lvl5pPr>
              <a:defRPr sz="9800"/>
            </a:lvl5pPr>
            <a:lvl6pPr>
              <a:defRPr sz="9800"/>
            </a:lvl6pPr>
            <a:lvl7pPr>
              <a:defRPr sz="9800"/>
            </a:lvl7pPr>
            <a:lvl8pPr>
              <a:defRPr sz="9800"/>
            </a:lvl8pPr>
            <a:lvl9pPr>
              <a:defRPr sz="9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83919" y="89208187"/>
            <a:ext cx="63495436" cy="252333760"/>
          </a:xfrm>
        </p:spPr>
        <p:txBody>
          <a:bodyPr/>
          <a:lstStyle>
            <a:lvl1pPr>
              <a:defRPr sz="15300"/>
            </a:lvl1pPr>
            <a:lvl2pPr>
              <a:defRPr sz="13100"/>
            </a:lvl2pPr>
            <a:lvl3pPr>
              <a:defRPr sz="10900"/>
            </a:lvl3pPr>
            <a:lvl4pPr>
              <a:defRPr sz="9800"/>
            </a:lvl4pPr>
            <a:lvl5pPr>
              <a:defRPr sz="9800"/>
            </a:lvl5pPr>
            <a:lvl6pPr>
              <a:defRPr sz="9800"/>
            </a:lvl6pPr>
            <a:lvl7pPr>
              <a:defRPr sz="9800"/>
            </a:lvl7pPr>
            <a:lvl8pPr>
              <a:defRPr sz="9800"/>
            </a:lvl8pPr>
            <a:lvl9pPr>
              <a:defRPr sz="9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B58730-0D82-4760-9154-29B09CA19CC5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28A6B3-29F8-4A84-9F83-CE7F14F0C552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741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5" y="2050630"/>
            <a:ext cx="32404050" cy="853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25" y="11462177"/>
            <a:ext cx="15908240" cy="4776890"/>
          </a:xfrm>
        </p:spPr>
        <p:txBody>
          <a:bodyPr anchor="b"/>
          <a:lstStyle>
            <a:lvl1pPr marL="0" indent="0">
              <a:buNone/>
              <a:defRPr sz="13100" b="1"/>
            </a:lvl1pPr>
            <a:lvl2pPr marL="2485887" indent="0">
              <a:buNone/>
              <a:defRPr sz="10900" b="1"/>
            </a:lvl2pPr>
            <a:lvl3pPr marL="4971784" indent="0">
              <a:buNone/>
              <a:defRPr sz="9800" b="1"/>
            </a:lvl3pPr>
            <a:lvl4pPr marL="7457666" indent="0">
              <a:buNone/>
              <a:defRPr sz="8700" b="1"/>
            </a:lvl4pPr>
            <a:lvl5pPr marL="9943558" indent="0">
              <a:buNone/>
              <a:defRPr sz="8700" b="1"/>
            </a:lvl5pPr>
            <a:lvl6pPr marL="12429455" indent="0">
              <a:buNone/>
              <a:defRPr sz="8700" b="1"/>
            </a:lvl6pPr>
            <a:lvl7pPr marL="14915337" indent="0">
              <a:buNone/>
              <a:defRPr sz="8700" b="1"/>
            </a:lvl7pPr>
            <a:lvl8pPr marL="17401229" indent="0">
              <a:buNone/>
              <a:defRPr sz="8700" b="1"/>
            </a:lvl8pPr>
            <a:lvl9pPr marL="19887115" indent="0">
              <a:buNone/>
              <a:defRPr sz="8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0225" y="16239067"/>
            <a:ext cx="15908240" cy="29502950"/>
          </a:xfrm>
        </p:spPr>
        <p:txBody>
          <a:bodyPr/>
          <a:lstStyle>
            <a:lvl1pPr>
              <a:defRPr sz="13100"/>
            </a:lvl1pPr>
            <a:lvl2pPr>
              <a:defRPr sz="10900"/>
            </a:lvl2pPr>
            <a:lvl3pPr>
              <a:defRPr sz="98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89808" y="11462177"/>
            <a:ext cx="15914489" cy="4776890"/>
          </a:xfrm>
        </p:spPr>
        <p:txBody>
          <a:bodyPr anchor="b"/>
          <a:lstStyle>
            <a:lvl1pPr marL="0" indent="0">
              <a:buNone/>
              <a:defRPr sz="13100" b="1"/>
            </a:lvl1pPr>
            <a:lvl2pPr marL="2485887" indent="0">
              <a:buNone/>
              <a:defRPr sz="10900" b="1"/>
            </a:lvl2pPr>
            <a:lvl3pPr marL="4971784" indent="0">
              <a:buNone/>
              <a:defRPr sz="9800" b="1"/>
            </a:lvl3pPr>
            <a:lvl4pPr marL="7457666" indent="0">
              <a:buNone/>
              <a:defRPr sz="8700" b="1"/>
            </a:lvl4pPr>
            <a:lvl5pPr marL="9943558" indent="0">
              <a:buNone/>
              <a:defRPr sz="8700" b="1"/>
            </a:lvl5pPr>
            <a:lvl6pPr marL="12429455" indent="0">
              <a:buNone/>
              <a:defRPr sz="8700" b="1"/>
            </a:lvl6pPr>
            <a:lvl7pPr marL="14915337" indent="0">
              <a:buNone/>
              <a:defRPr sz="8700" b="1"/>
            </a:lvl7pPr>
            <a:lvl8pPr marL="17401229" indent="0">
              <a:buNone/>
              <a:defRPr sz="8700" b="1"/>
            </a:lvl8pPr>
            <a:lvl9pPr marL="19887115" indent="0">
              <a:buNone/>
              <a:defRPr sz="8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89808" y="16239067"/>
            <a:ext cx="15914489" cy="29502950"/>
          </a:xfrm>
        </p:spPr>
        <p:txBody>
          <a:bodyPr/>
          <a:lstStyle>
            <a:lvl1pPr>
              <a:defRPr sz="13100"/>
            </a:lvl1pPr>
            <a:lvl2pPr>
              <a:defRPr sz="10900"/>
            </a:lvl2pPr>
            <a:lvl3pPr>
              <a:defRPr sz="98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509262-AC78-4317-9A61-DE09CA27672A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DBEFE6-81B7-4AF6-95FE-FD30663F4904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18170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EF34DD-9302-44D7-ADBA-49FAC6286798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C8408-BC9E-419C-8DF3-E1093EE7CAC0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1566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C5D26-5BE3-4DE9-8243-A22C5A2EE182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E16384-A38F-4115-99AD-6120C88A4544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4737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7" y="2038773"/>
            <a:ext cx="11845232" cy="8676640"/>
          </a:xfrm>
        </p:spPr>
        <p:txBody>
          <a:bodyPr anchor="b"/>
          <a:lstStyle>
            <a:lvl1pPr algn="l">
              <a:defRPr sz="10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6759" y="2038784"/>
            <a:ext cx="20127516" cy="43703244"/>
          </a:xfrm>
        </p:spPr>
        <p:txBody>
          <a:bodyPr/>
          <a:lstStyle>
            <a:lvl1pPr>
              <a:defRPr sz="17400"/>
            </a:lvl1pPr>
            <a:lvl2pPr>
              <a:defRPr sz="15300"/>
            </a:lvl2pPr>
            <a:lvl3pPr>
              <a:defRPr sz="13100"/>
            </a:lvl3pPr>
            <a:lvl4pPr>
              <a:defRPr sz="10900"/>
            </a:lvl4pPr>
            <a:lvl5pPr>
              <a:defRPr sz="10900"/>
            </a:lvl5pPr>
            <a:lvl6pPr>
              <a:defRPr sz="10900"/>
            </a:lvl6pPr>
            <a:lvl7pPr>
              <a:defRPr sz="10900"/>
            </a:lvl7pPr>
            <a:lvl8pPr>
              <a:defRPr sz="10900"/>
            </a:lvl8pPr>
            <a:lvl9pPr>
              <a:defRPr sz="10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0227" y="10715424"/>
            <a:ext cx="11845232" cy="35026604"/>
          </a:xfrm>
        </p:spPr>
        <p:txBody>
          <a:bodyPr/>
          <a:lstStyle>
            <a:lvl1pPr marL="0" indent="0">
              <a:buNone/>
              <a:defRPr sz="7600"/>
            </a:lvl1pPr>
            <a:lvl2pPr marL="2485887" indent="0">
              <a:buNone/>
              <a:defRPr sz="6500"/>
            </a:lvl2pPr>
            <a:lvl3pPr marL="4971784" indent="0">
              <a:buNone/>
              <a:defRPr sz="5500"/>
            </a:lvl3pPr>
            <a:lvl4pPr marL="7457666" indent="0">
              <a:buNone/>
              <a:defRPr sz="4900"/>
            </a:lvl4pPr>
            <a:lvl5pPr marL="9943558" indent="0">
              <a:buNone/>
              <a:defRPr sz="4900"/>
            </a:lvl5pPr>
            <a:lvl6pPr marL="12429455" indent="0">
              <a:buNone/>
              <a:defRPr sz="4900"/>
            </a:lvl6pPr>
            <a:lvl7pPr marL="14915337" indent="0">
              <a:buNone/>
              <a:defRPr sz="4900"/>
            </a:lvl7pPr>
            <a:lvl8pPr marL="17401229" indent="0">
              <a:buNone/>
              <a:defRPr sz="4900"/>
            </a:lvl8pPr>
            <a:lvl9pPr marL="19887115" indent="0">
              <a:buNone/>
              <a:defRPr sz="4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426A75-3707-4241-8D01-949685D669DE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C7419-EF95-4991-9EAD-B835AA3F207D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7951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7134" y="35844480"/>
            <a:ext cx="21602700" cy="4231644"/>
          </a:xfrm>
        </p:spPr>
        <p:txBody>
          <a:bodyPr anchor="b"/>
          <a:lstStyle>
            <a:lvl1pPr algn="l">
              <a:defRPr sz="10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57134" y="4575387"/>
            <a:ext cx="21602700" cy="30723840"/>
          </a:xfrm>
        </p:spPr>
        <p:txBody>
          <a:bodyPr/>
          <a:lstStyle>
            <a:lvl1pPr marL="0" indent="0">
              <a:buNone/>
              <a:defRPr sz="17400"/>
            </a:lvl1pPr>
            <a:lvl2pPr marL="2485887" indent="0">
              <a:buNone/>
              <a:defRPr sz="15300"/>
            </a:lvl2pPr>
            <a:lvl3pPr marL="4971784" indent="0">
              <a:buNone/>
              <a:defRPr sz="13100"/>
            </a:lvl3pPr>
            <a:lvl4pPr marL="7457666" indent="0">
              <a:buNone/>
              <a:defRPr sz="10900"/>
            </a:lvl4pPr>
            <a:lvl5pPr marL="9943558" indent="0">
              <a:buNone/>
              <a:defRPr sz="10900"/>
            </a:lvl5pPr>
            <a:lvl6pPr marL="12429455" indent="0">
              <a:buNone/>
              <a:defRPr sz="10900"/>
            </a:lvl6pPr>
            <a:lvl7pPr marL="14915337" indent="0">
              <a:buNone/>
              <a:defRPr sz="10900"/>
            </a:lvl7pPr>
            <a:lvl8pPr marL="17401229" indent="0">
              <a:buNone/>
              <a:defRPr sz="10900"/>
            </a:lvl8pPr>
            <a:lvl9pPr marL="19887115" indent="0">
              <a:buNone/>
              <a:defRPr sz="10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7134" y="40076124"/>
            <a:ext cx="21602700" cy="6009636"/>
          </a:xfrm>
        </p:spPr>
        <p:txBody>
          <a:bodyPr/>
          <a:lstStyle>
            <a:lvl1pPr marL="0" indent="0">
              <a:buNone/>
              <a:defRPr sz="7600"/>
            </a:lvl1pPr>
            <a:lvl2pPr marL="2485887" indent="0">
              <a:buNone/>
              <a:defRPr sz="6500"/>
            </a:lvl2pPr>
            <a:lvl3pPr marL="4971784" indent="0">
              <a:buNone/>
              <a:defRPr sz="5500"/>
            </a:lvl3pPr>
            <a:lvl4pPr marL="7457666" indent="0">
              <a:buNone/>
              <a:defRPr sz="4900"/>
            </a:lvl4pPr>
            <a:lvl5pPr marL="9943558" indent="0">
              <a:buNone/>
              <a:defRPr sz="4900"/>
            </a:lvl5pPr>
            <a:lvl6pPr marL="12429455" indent="0">
              <a:buNone/>
              <a:defRPr sz="4900"/>
            </a:lvl6pPr>
            <a:lvl7pPr marL="14915337" indent="0">
              <a:buNone/>
              <a:defRPr sz="4900"/>
            </a:lvl7pPr>
            <a:lvl8pPr marL="17401229" indent="0">
              <a:buNone/>
              <a:defRPr sz="4900"/>
            </a:lvl8pPr>
            <a:lvl9pPr marL="19887115" indent="0">
              <a:buNone/>
              <a:defRPr sz="4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A459A9-F9F5-4261-B552-5F6223A5C7A0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4E2ACF-C37C-4C94-9253-A5363B313185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8638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22A6E1-D06D-4605-B904-586563448808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33169-6C6E-47B4-AFAC-4820039E1717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6051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781598" y="15314510"/>
            <a:ext cx="31897735" cy="3262274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88386" y="15314510"/>
            <a:ext cx="95093137" cy="3262274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0FD1F0-6AC0-40FF-9E5C-E2578DAF37B7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2C0EE-4322-45D0-8D9F-0B1ADFA58F61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8083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0225" y="2050630"/>
            <a:ext cx="32404050" cy="8534400"/>
          </a:xfrm>
          <a:prstGeom prst="rect">
            <a:avLst/>
          </a:prstGeom>
        </p:spPr>
        <p:txBody>
          <a:bodyPr vert="horz" lIns="497176" tIns="248602" rIns="497176" bIns="24860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25" y="11948201"/>
            <a:ext cx="32404050" cy="33793857"/>
          </a:xfrm>
          <a:prstGeom prst="rect">
            <a:avLst/>
          </a:prstGeom>
        </p:spPr>
        <p:txBody>
          <a:bodyPr vert="horz" lIns="497176" tIns="248602" rIns="497176" bIns="24860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00225" y="47460788"/>
            <a:ext cx="8401050" cy="2726267"/>
          </a:xfrm>
          <a:prstGeom prst="rect">
            <a:avLst/>
          </a:prstGeom>
        </p:spPr>
        <p:txBody>
          <a:bodyPr vert="horz" lIns="497176" tIns="248602" rIns="497176" bIns="248602" rtlCol="0" anchor="ctr"/>
          <a:lstStyle>
            <a:lvl1pPr algn="l">
              <a:defRPr sz="6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09BB5A-A5EB-4F70-8F66-14C5149E86FE}" type="datetimeFigureOut">
              <a:rPr lang="ar-EG" smtClean="0"/>
              <a:pPr>
                <a:defRPr/>
              </a:pPr>
              <a:t>27/11/1444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301538" y="47460788"/>
            <a:ext cx="11401425" cy="2726267"/>
          </a:xfrm>
          <a:prstGeom prst="rect">
            <a:avLst/>
          </a:prstGeom>
        </p:spPr>
        <p:txBody>
          <a:bodyPr vert="horz" lIns="497176" tIns="248602" rIns="497176" bIns="248602" rtlCol="0" anchor="ctr"/>
          <a:lstStyle>
            <a:lvl1pPr algn="ctr">
              <a:defRPr sz="6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03225" y="47460788"/>
            <a:ext cx="8401050" cy="2726267"/>
          </a:xfrm>
          <a:prstGeom prst="rect">
            <a:avLst/>
          </a:prstGeom>
        </p:spPr>
        <p:txBody>
          <a:bodyPr vert="horz" lIns="497176" tIns="248602" rIns="497176" bIns="248602" rtlCol="0" anchor="ctr"/>
          <a:lstStyle>
            <a:lvl1pPr algn="r">
              <a:defRPr sz="6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38CD9B-5F91-4336-BC7B-190CEF151418}" type="slidenum">
              <a:rPr lang="ar-EG" smtClean="0"/>
              <a:pPr>
                <a:defRPr/>
              </a:pPr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7172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xStyles>
    <p:titleStyle>
      <a:lvl1pPr algn="ctr" defTabSz="4971784" rtl="0" eaLnBrk="1" latinLnBrk="0" hangingPunct="1">
        <a:spcBef>
          <a:spcPct val="0"/>
        </a:spcBef>
        <a:buNone/>
        <a:defRPr sz="2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4418" indent="-1864418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400" kern="1200">
          <a:solidFill>
            <a:schemeClr val="tx1"/>
          </a:solidFill>
          <a:latin typeface="+mn-lt"/>
          <a:ea typeface="+mn-ea"/>
          <a:cs typeface="+mn-cs"/>
        </a:defRPr>
      </a:lvl1pPr>
      <a:lvl2pPr marL="4039567" indent="-1553686" algn="l" defTabSz="4971784" rtl="0" eaLnBrk="1" latinLnBrk="0" hangingPunct="1">
        <a:spcBef>
          <a:spcPct val="20000"/>
        </a:spcBef>
        <a:buFont typeface="Arial" panose="020B0604020202020204" pitchFamily="34" charset="0"/>
        <a:buChar char="–"/>
        <a:defRPr sz="15300" kern="1200">
          <a:solidFill>
            <a:schemeClr val="tx1"/>
          </a:solidFill>
          <a:latin typeface="+mn-lt"/>
          <a:ea typeface="+mn-ea"/>
          <a:cs typeface="+mn-cs"/>
        </a:defRPr>
      </a:lvl2pPr>
      <a:lvl3pPr marL="6214728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3100" kern="1200">
          <a:solidFill>
            <a:schemeClr val="tx1"/>
          </a:solidFill>
          <a:latin typeface="+mn-lt"/>
          <a:ea typeface="+mn-ea"/>
          <a:cs typeface="+mn-cs"/>
        </a:defRPr>
      </a:lvl3pPr>
      <a:lvl4pPr marL="8700614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–"/>
        <a:defRPr sz="10900" kern="1200">
          <a:solidFill>
            <a:schemeClr val="tx1"/>
          </a:solidFill>
          <a:latin typeface="+mn-lt"/>
          <a:ea typeface="+mn-ea"/>
          <a:cs typeface="+mn-cs"/>
        </a:defRPr>
      </a:lvl4pPr>
      <a:lvl5pPr marL="11186507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»"/>
        <a:defRPr sz="10900" kern="1200">
          <a:solidFill>
            <a:schemeClr val="tx1"/>
          </a:solidFill>
          <a:latin typeface="+mn-lt"/>
          <a:ea typeface="+mn-ea"/>
          <a:cs typeface="+mn-cs"/>
        </a:defRPr>
      </a:lvl5pPr>
      <a:lvl6pPr marL="13672393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6pPr>
      <a:lvl7pPr marL="16158285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7pPr>
      <a:lvl8pPr marL="18644172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8pPr>
      <a:lvl9pPr marL="21130059" indent="-1242954" algn="l" defTabSz="49717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485887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2pPr>
      <a:lvl3pPr marL="4971784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3pPr>
      <a:lvl4pPr marL="7457666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4pPr>
      <a:lvl5pPr marL="9943558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5pPr>
      <a:lvl6pPr marL="12429455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6pPr>
      <a:lvl7pPr marL="14915337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7pPr>
      <a:lvl8pPr marL="17401229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8pPr>
      <a:lvl9pPr marL="19887115" algn="l" defTabSz="497178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6"/>
          <a:stretch/>
        </p:blipFill>
        <p:spPr>
          <a:xfrm>
            <a:off x="1980735" y="27051000"/>
            <a:ext cx="10523438" cy="598987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/>
          <p:cNvSpPr/>
          <p:nvPr/>
        </p:nvSpPr>
        <p:spPr>
          <a:xfrm>
            <a:off x="857249" y="685810"/>
            <a:ext cx="34366201" cy="49682401"/>
          </a:xfrm>
          <a:prstGeom prst="rect">
            <a:avLst/>
          </a:prstGeom>
          <a:noFill/>
          <a:ln w="317500" cmpd="thickThin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3" tIns="45676" rIns="91353" bIns="45676" rtlCol="1" anchor="ctr"/>
          <a:lstStyle/>
          <a:p>
            <a:pPr algn="ctr" defTabSz="1843980" fontAlgn="auto">
              <a:spcBef>
                <a:spcPts val="0"/>
              </a:spcBef>
              <a:spcAft>
                <a:spcPts val="0"/>
              </a:spcAft>
              <a:defRPr/>
            </a:pPr>
            <a:endParaRPr lang="ar-EG"/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8782050" y="3891359"/>
            <a:ext cx="18440399" cy="3046899"/>
          </a:xfrm>
          <a:prstGeom prst="rect">
            <a:avLst/>
          </a:prstGeom>
          <a:noFill/>
          <a:ln w="127000">
            <a:noFill/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algn="ctr">
              <a:defRPr/>
            </a:pP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كلية نظم المعلومات وعلوم الحاسب</a:t>
            </a:r>
          </a:p>
          <a:p>
            <a:pPr algn="ctr">
              <a:defRPr/>
            </a:pP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 المعرض العلمي  </a:t>
            </a:r>
            <a:r>
              <a:rPr lang="en-US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-</a:t>
            </a: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+mj-cs"/>
              </a:rPr>
              <a:t> </a:t>
            </a:r>
            <a:r>
              <a:rPr lang="ar-EG" altLang="ar-EG" sz="9600" b="1" dirty="0">
                <a:ln w="38100">
                  <a:solidFill>
                    <a:schemeClr val="tx1"/>
                  </a:solidFill>
                </a:ln>
                <a:solidFill>
                  <a:srgbClr val="002060"/>
                </a:solidFill>
                <a:cs typeface="Arial" pitchFamily="34" charset="0"/>
              </a:rPr>
              <a:t>يونيو 2023</a:t>
            </a:r>
          </a:p>
        </p:txBody>
      </p:sp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442264" y="7990467"/>
            <a:ext cx="33411297" cy="160034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353" tIns="45676" rIns="91353" bIns="45676">
            <a:spAutoFit/>
          </a:bodyPr>
          <a:lstStyle/>
          <a:p>
            <a:pPr algn="ctr">
              <a:defRPr/>
            </a:pPr>
            <a:r>
              <a:rPr lang="ar-SA" sz="9600" b="1" dirty="0">
                <a:cs typeface="+mj-cs"/>
              </a:rPr>
              <a:t>ترشيد استه</a:t>
            </a:r>
            <a:r>
              <a:rPr lang="ar-EG" sz="9600" b="1" dirty="0">
                <a:cs typeface="+mj-cs"/>
              </a:rPr>
              <a:t>لاك</a:t>
            </a:r>
            <a:r>
              <a:rPr lang="ar-SA" sz="9600" b="1" dirty="0">
                <a:cs typeface="+mj-cs"/>
              </a:rPr>
              <a:t> المضادات الحيوية</a:t>
            </a:r>
            <a:endParaRPr lang="ar-EG" sz="9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2062" name="TextBox 16"/>
          <p:cNvSpPr txBox="1">
            <a:spLocks noChangeArrowheads="1"/>
          </p:cNvSpPr>
          <p:nvPr/>
        </p:nvSpPr>
        <p:spPr bwMode="auto">
          <a:xfrm>
            <a:off x="23412450" y="10188529"/>
            <a:ext cx="11523214" cy="1354128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2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1- الهـــدف مــن المشــــــــــروع</a:t>
            </a:r>
          </a:p>
        </p:txBody>
      </p:sp>
      <p:sp>
        <p:nvSpPr>
          <p:cNvPr id="2057" name="TextBox 18"/>
          <p:cNvSpPr txBox="1">
            <a:spLocks noChangeArrowheads="1"/>
          </p:cNvSpPr>
          <p:nvPr/>
        </p:nvSpPr>
        <p:spPr bwMode="auto">
          <a:xfrm>
            <a:off x="23361481" y="11847456"/>
            <a:ext cx="11607346" cy="5816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547175" indent="-410777" eaLnBrk="0" hangingPunct="0"/>
            <a:r>
              <a:rPr lang="ar-EG" sz="5500" b="1" dirty="0">
                <a:cs typeface="Times New Roman" pitchFamily="18" charset="0"/>
              </a:rPr>
              <a:t>  </a:t>
            </a:r>
            <a:r>
              <a:rPr lang="ar-EG" sz="6200" b="1" dirty="0">
                <a:cs typeface="Times New Roman" pitchFamily="18" charset="0"/>
              </a:rPr>
              <a:t>بناء قاعدة بيانات عن البكتيريا والمضادات الحيوية باستخدام</a:t>
            </a:r>
            <a:r>
              <a:rPr lang="en-US" sz="6200" b="1" dirty="0">
                <a:cs typeface="Times New Roman" pitchFamily="18" charset="0"/>
              </a:rPr>
              <a:t>My SQL </a:t>
            </a:r>
            <a:r>
              <a:rPr lang="ar-EG" sz="6200" b="1" dirty="0">
                <a:cs typeface="Times New Roman" pitchFamily="18" charset="0"/>
              </a:rPr>
              <a:t> وربطها بموقع الكتروني مما يتيح للعاملين بالمجال الطبي سهولة البحث وذلك للحد من استخدام الأدوية بشكل مفرط وغير مبرر، وذلك لتجنب تفاقم مشكلة المقاومة الحيوية</a:t>
            </a:r>
            <a:r>
              <a:rPr lang="en-US" sz="6200" b="1" dirty="0">
                <a:cs typeface="Times New Roman" pitchFamily="18" charset="0"/>
              </a:rPr>
              <a:t>.</a:t>
            </a:r>
            <a:endParaRPr lang="ar-EG" sz="6200" b="1" dirty="0">
              <a:cs typeface="Times New Roman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1009656" y="18592800"/>
            <a:ext cx="34137601" cy="76197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2"/>
          <p:cNvSpPr txBox="1">
            <a:spLocks noChangeArrowheads="1"/>
          </p:cNvSpPr>
          <p:nvPr/>
        </p:nvSpPr>
        <p:spPr bwMode="auto">
          <a:xfrm>
            <a:off x="23412450" y="18897600"/>
            <a:ext cx="11441111" cy="143107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7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2-  الــــدراســـة النظـــريـــــــة</a:t>
            </a:r>
          </a:p>
        </p:txBody>
      </p:sp>
      <p:sp>
        <p:nvSpPr>
          <p:cNvPr id="2060" name="TextBox 28"/>
          <p:cNvSpPr txBox="1">
            <a:spLocks noChangeArrowheads="1"/>
          </p:cNvSpPr>
          <p:nvPr/>
        </p:nvSpPr>
        <p:spPr bwMode="auto">
          <a:xfrm>
            <a:off x="23183850" y="20561002"/>
            <a:ext cx="11658600" cy="5909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ar-EG" altLang="ar-EG" sz="6300" b="1" dirty="0"/>
              <a:t>استخدام قاعدة بيانات يكون أكثر فعالية وكفاءة في تخزين وإدارة المعلومات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ar-EG" altLang="ar-EG" sz="6300" b="1" dirty="0"/>
              <a:t>توفير بيانات دقيقة من أجل تحليلها و الاستفادة منها في اتخاذ القرارات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ar-EG" altLang="ar-EG" sz="6300" b="1" dirty="0"/>
              <a:t>تقليل الأعمال الورقية ومنع فقدان البيانات. </a:t>
            </a:r>
            <a:endParaRPr lang="en-US" altLang="ar-EG" sz="6300" b="1" dirty="0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1009650" y="35052003"/>
            <a:ext cx="34061399" cy="76197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TextBox 54"/>
          <p:cNvSpPr txBox="1">
            <a:spLocks noChangeArrowheads="1"/>
          </p:cNvSpPr>
          <p:nvPr/>
        </p:nvSpPr>
        <p:spPr bwMode="auto">
          <a:xfrm>
            <a:off x="23380700" y="35563886"/>
            <a:ext cx="11279189" cy="143107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7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4- أهـــــم نـتــائج الــدراســـــة</a:t>
            </a:r>
          </a:p>
        </p:txBody>
      </p:sp>
      <p:sp>
        <p:nvSpPr>
          <p:cNvPr id="44" name="Left Arrow 43"/>
          <p:cNvSpPr/>
          <p:nvPr/>
        </p:nvSpPr>
        <p:spPr>
          <a:xfrm>
            <a:off x="26612850" y="45186591"/>
            <a:ext cx="8153401" cy="4876809"/>
          </a:xfrm>
          <a:prstGeom prst="leftArrow">
            <a:avLst>
              <a:gd name="adj1" fmla="val 50000"/>
              <a:gd name="adj2" fmla="val 34795"/>
            </a:avLst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3" tIns="45676" rIns="91353" bIns="45676" rtlCol="1" anchor="ctr"/>
          <a:lstStyle/>
          <a:p>
            <a:pPr defTabSz="184398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EG" sz="8000" b="1" dirty="0">
                <a:ln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ar-EG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5 - أوجه الاستفادة</a:t>
            </a:r>
            <a:r>
              <a:rPr lang="en-US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defTabSz="184398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      </a:t>
            </a:r>
            <a:r>
              <a:rPr lang="ar-EG" sz="80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</a:rPr>
              <a:t>من المشــــروع</a:t>
            </a:r>
          </a:p>
        </p:txBody>
      </p:sp>
      <p:sp>
        <p:nvSpPr>
          <p:cNvPr id="2067" name="TextBox 62"/>
          <p:cNvSpPr txBox="1">
            <a:spLocks noChangeArrowheads="1"/>
          </p:cNvSpPr>
          <p:nvPr/>
        </p:nvSpPr>
        <p:spPr bwMode="auto">
          <a:xfrm>
            <a:off x="23320376" y="37652004"/>
            <a:ext cx="11445875" cy="6863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1143000" indent="-1143000" algn="justLow">
              <a:buFont typeface="Arial" panose="020B0604020202020204" pitchFamily="34" charset="0"/>
              <a:buChar char="•"/>
            </a:pPr>
            <a:r>
              <a:rPr lang="ar-SA" sz="5500" b="1" dirty="0">
                <a:cs typeface="+mj-cs"/>
              </a:rPr>
              <a:t>إنتاج تقارير إحصائية وميزات تصور بيانات توفر رؤى حول تأثير المضادات الحيوية ومستويات المقاومة، مما يساعد المهنيين الصحيين في اتخاذ قرارات ع</a:t>
            </a:r>
            <a:r>
              <a:rPr lang="ar-EG" sz="5500" b="1" dirty="0">
                <a:cs typeface="+mj-cs"/>
              </a:rPr>
              <a:t>لا</a:t>
            </a:r>
            <a:r>
              <a:rPr lang="ar-SA" sz="5500" b="1" dirty="0">
                <a:cs typeface="+mj-cs"/>
              </a:rPr>
              <a:t>جية مستنيرة.</a:t>
            </a:r>
            <a:endParaRPr lang="ar-EG" sz="5500" b="1" dirty="0">
              <a:cs typeface="+mj-cs"/>
            </a:endParaRPr>
          </a:p>
          <a:p>
            <a:pPr marL="1143000" indent="-1143000" algn="justLow">
              <a:buFont typeface="Arial" panose="020B0604020202020204" pitchFamily="34" charset="0"/>
              <a:buChar char="•"/>
            </a:pPr>
            <a:r>
              <a:rPr lang="ar-SA" sz="5500" b="1" dirty="0">
                <a:cs typeface="+mj-cs"/>
              </a:rPr>
              <a:t>إنشاء واجهة مستخدم بديهية تسمح للمهنيين الصحيين بتتبع ومراقبة فعالية المضادات الحيوية المختلفة ضد س</a:t>
            </a:r>
            <a:r>
              <a:rPr lang="ar-EG" sz="5500" b="1" dirty="0">
                <a:cs typeface="+mj-cs"/>
              </a:rPr>
              <a:t>لالات</a:t>
            </a:r>
            <a:r>
              <a:rPr lang="ar-SA" sz="5500" b="1" dirty="0">
                <a:cs typeface="+mj-cs"/>
              </a:rPr>
              <a:t> البكتيريا المحددة بنا ًء على مستويات المقاومة</a:t>
            </a:r>
            <a:r>
              <a:rPr lang="ar-EG" altLang="ar-EG" sz="5500" b="1" dirty="0">
                <a:cs typeface="+mj-cs"/>
              </a:rPr>
              <a:t>.</a:t>
            </a:r>
          </a:p>
        </p:txBody>
      </p:sp>
      <p:sp>
        <p:nvSpPr>
          <p:cNvPr id="1059" name="TextBox 63"/>
          <p:cNvSpPr txBox="1">
            <a:spLocks noChangeArrowheads="1"/>
          </p:cNvSpPr>
          <p:nvPr/>
        </p:nvSpPr>
        <p:spPr bwMode="auto">
          <a:xfrm>
            <a:off x="1314451" y="45415200"/>
            <a:ext cx="24841200" cy="4247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857250" indent="-857250" algn="justLow">
              <a:buFont typeface="Arial" panose="020B0604020202020204" pitchFamily="34" charset="0"/>
              <a:buChar char="•"/>
              <a:defRPr/>
            </a:pPr>
            <a:r>
              <a:rPr lang="ar-SA" sz="6600" b="1" dirty="0">
                <a:cs typeface="+mj-cs"/>
              </a:rPr>
              <a:t>تعزيز جودة الرعاية الصحية: من خ</a:t>
            </a:r>
            <a:r>
              <a:rPr lang="ar-EG" sz="6600" b="1" dirty="0">
                <a:cs typeface="+mj-cs"/>
              </a:rPr>
              <a:t>لال</a:t>
            </a:r>
            <a:r>
              <a:rPr lang="ar-SA" sz="6600" b="1" dirty="0">
                <a:cs typeface="+mj-cs"/>
              </a:rPr>
              <a:t> تسجيل المرضى وتتبع استجابتهم للمضادات الحيوية، وتحقيق نتائج أفضل للمرضى</a:t>
            </a:r>
            <a:r>
              <a:rPr lang="en-US" sz="6600" b="1" dirty="0">
                <a:cs typeface="+mj-cs"/>
              </a:rPr>
              <a:t>.</a:t>
            </a:r>
            <a:endParaRPr lang="ar-EG" sz="6600" b="1" dirty="0">
              <a:cs typeface="+mj-cs"/>
            </a:endParaRPr>
          </a:p>
          <a:p>
            <a:pPr marL="857250" indent="-857250" algn="justLow">
              <a:buFont typeface="Arial" panose="020B0604020202020204" pitchFamily="34" charset="0"/>
              <a:buChar char="•"/>
              <a:defRPr/>
            </a:pPr>
            <a:r>
              <a:rPr lang="ar-SA" sz="6600" b="1" dirty="0">
                <a:cs typeface="+mj-cs"/>
              </a:rPr>
              <a:t>تقليل تكلفة الرعاية الصحية: بما في ذلك توفير الموارد الضرورية وتقليل الهدر</a:t>
            </a:r>
            <a:r>
              <a:rPr lang="ar-SA" sz="7200" b="1" dirty="0">
                <a:cs typeface="+mj-cs"/>
              </a:rPr>
              <a:t>.</a:t>
            </a:r>
            <a:endParaRPr lang="ar-EG" altLang="ar-EG" sz="7200" b="1" dirty="0">
              <a:ln w="28575">
                <a:solidFill>
                  <a:schemeClr val="tx1"/>
                </a:solidFill>
              </a:ln>
              <a:solidFill>
                <a:schemeClr val="tx2">
                  <a:lumMod val="50000"/>
                </a:schemeClr>
              </a:solidFill>
              <a:latin typeface="+mn-lt"/>
              <a:cs typeface="+mj-cs"/>
            </a:endParaRPr>
          </a:p>
          <a:p>
            <a:pPr marL="857250" indent="-857250" algn="justLow">
              <a:buFont typeface="Arial" panose="020B0604020202020204" pitchFamily="34" charset="0"/>
              <a:buChar char="•"/>
              <a:defRPr/>
            </a:pPr>
            <a:r>
              <a:rPr lang="ar-EG" sz="6600" b="1" dirty="0"/>
              <a:t>متابعة</a:t>
            </a:r>
            <a:r>
              <a:rPr lang="ar-SA" sz="6600" b="1" dirty="0"/>
              <a:t> واستخراج إحصائيات استهلاك المضادات الحيوية في المستشفى</a:t>
            </a:r>
            <a:r>
              <a:rPr lang="en-US" sz="6600" b="1" dirty="0"/>
              <a:t>.</a:t>
            </a:r>
            <a:endParaRPr lang="ar-EG" altLang="ar-EG" sz="6600" b="1" dirty="0">
              <a:ln w="28575">
                <a:solidFill>
                  <a:schemeClr val="tx1"/>
                </a:solidFill>
              </a:ln>
              <a:solidFill>
                <a:schemeClr val="tx2">
                  <a:lumMod val="50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1009650" y="45110400"/>
            <a:ext cx="34061399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05"/>
          <p:cNvSpPr>
            <a:spLocks noChangeArrowheads="1"/>
          </p:cNvSpPr>
          <p:nvPr/>
        </p:nvSpPr>
        <p:spPr bwMode="auto">
          <a:xfrm>
            <a:off x="35723830" y="3633791"/>
            <a:ext cx="28067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353" tIns="45676" rIns="91353" bIns="45676" anchor="ctr">
            <a:spAutoFit/>
          </a:bodyPr>
          <a:lstStyle/>
          <a:p>
            <a:pPr eaLnBrk="0" hangingPunct="0"/>
            <a:r>
              <a:rPr lang="en-US" sz="3300"/>
              <a:t> </a:t>
            </a:r>
            <a:endParaRPr lang="en-US"/>
          </a:p>
        </p:txBody>
      </p:sp>
      <p:cxnSp>
        <p:nvCxnSpPr>
          <p:cNvPr id="92" name="Straight Connector 91"/>
          <p:cNvCxnSpPr/>
          <p:nvPr/>
        </p:nvCxnSpPr>
        <p:spPr>
          <a:xfrm>
            <a:off x="933457" y="26593800"/>
            <a:ext cx="34137601" cy="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22"/>
          <p:cNvSpPr txBox="1">
            <a:spLocks noChangeArrowheads="1"/>
          </p:cNvSpPr>
          <p:nvPr/>
        </p:nvSpPr>
        <p:spPr bwMode="auto">
          <a:xfrm>
            <a:off x="23487858" y="26915328"/>
            <a:ext cx="11354592" cy="1431072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91353" tIns="45676" rIns="91353" bIns="45676">
            <a:spAutoFit/>
          </a:bodyPr>
          <a:lstStyle/>
          <a:p>
            <a:pPr>
              <a:defRPr/>
            </a:pPr>
            <a:r>
              <a:rPr lang="ar-EG" altLang="ar-EG" sz="8700" b="1" dirty="0">
                <a:ln w="28575">
                  <a:solidFill>
                    <a:schemeClr val="tx1"/>
                  </a:solidFill>
                </a:ln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3-  التصمــيـــمــــــــــــــــــــات</a:t>
            </a:r>
          </a:p>
        </p:txBody>
      </p:sp>
      <p:sp>
        <p:nvSpPr>
          <p:cNvPr id="16" name="AutoShape 2" descr="Image result for raspbian jessi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864" y="35807079"/>
            <a:ext cx="11985122" cy="671166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1098" y="10320047"/>
            <a:ext cx="4955141" cy="43036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1E2FC-4CC8-4911-B00C-995D67D04D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946" y="1331110"/>
            <a:ext cx="4261104" cy="4843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152DB4-90DB-4516-B3DD-B438BF4EB6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1410296"/>
            <a:ext cx="4325305" cy="511681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317" y="13135685"/>
            <a:ext cx="6695642" cy="502173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2" name="Picture 41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28852" y="10439584"/>
            <a:ext cx="10363199" cy="58228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278" y="19565196"/>
            <a:ext cx="8458495" cy="649140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414" y="20611558"/>
            <a:ext cx="6916947" cy="523218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9415" y="20599617"/>
            <a:ext cx="6916946" cy="52321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8718" y="27051000"/>
            <a:ext cx="10328565" cy="5993365"/>
          </a:xfrm>
          <a:prstGeom prst="rect">
            <a:avLst/>
          </a:prstGeom>
        </p:spPr>
      </p:pic>
      <p:sp>
        <p:nvSpPr>
          <p:cNvPr id="39" name="TextBox 62"/>
          <p:cNvSpPr txBox="1">
            <a:spLocks noChangeArrowheads="1"/>
          </p:cNvSpPr>
          <p:nvPr/>
        </p:nvSpPr>
        <p:spPr bwMode="auto">
          <a:xfrm>
            <a:off x="23361481" y="28498800"/>
            <a:ext cx="11445875" cy="6370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353" tIns="45676" rIns="91353" bIns="45676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ar-EG" sz="6800" b="1" dirty="0"/>
              <a:t>بناء قاعدة البيانات باستخدام </a:t>
            </a:r>
            <a:r>
              <a:rPr lang="en-US" sz="6800" b="1" dirty="0"/>
              <a:t>MySQL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ar-EG" altLang="ar-EG" sz="6800" b="1" dirty="0"/>
              <a:t>تصميم الموقع الالكتروني باستخدام </a:t>
            </a:r>
            <a:r>
              <a:rPr lang="en-US" altLang="ar-EG" sz="6800" b="1" dirty="0"/>
              <a:t>HTML, CSS, JAVASCRIPT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ar-EG" altLang="ar-EG" sz="6800" b="1" dirty="0"/>
              <a:t>ربط قاعدة البيانات بالموقع الالكتروني باستخدام </a:t>
            </a:r>
            <a:r>
              <a:rPr lang="en-US" altLang="ar-EG" sz="6800" b="1" dirty="0"/>
              <a:t>PHP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4" b="3154"/>
          <a:stretch/>
        </p:blipFill>
        <p:spPr>
          <a:xfrm>
            <a:off x="11677649" y="28184218"/>
            <a:ext cx="11048590" cy="63517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" b="3545"/>
          <a:stretch/>
        </p:blipFill>
        <p:spPr>
          <a:xfrm>
            <a:off x="1670864" y="35807079"/>
            <a:ext cx="11985122" cy="674163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0" r="13180"/>
          <a:stretch/>
        </p:blipFill>
        <p:spPr>
          <a:xfrm>
            <a:off x="10385379" y="37639174"/>
            <a:ext cx="12188871" cy="693782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1465</TotalTime>
  <Words>222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mtc</dc:creator>
  <cp:lastModifiedBy>Mohamed Said</cp:lastModifiedBy>
  <cp:revision>270</cp:revision>
  <cp:lastPrinted>2023-06-03T13:55:54Z</cp:lastPrinted>
  <dcterms:created xsi:type="dcterms:W3CDTF">2015-06-11T06:18:25Z</dcterms:created>
  <dcterms:modified xsi:type="dcterms:W3CDTF">2023-06-15T12:50:39Z</dcterms:modified>
</cp:coreProperties>
</file>