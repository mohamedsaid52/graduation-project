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264" r:id="rId3"/>
    <p:sldId id="265" r:id="rId4"/>
    <p:sldId id="266" r:id="rId5"/>
    <p:sldId id="257" r:id="rId6"/>
    <p:sldId id="272" r:id="rId7"/>
    <p:sldId id="259" r:id="rId8"/>
    <p:sldId id="260" r:id="rId9"/>
    <p:sldId id="261" r:id="rId10"/>
    <p:sldId id="262" r:id="rId11"/>
    <p:sldId id="275" r:id="rId12"/>
    <p:sldId id="263" r:id="rId13"/>
    <p:sldId id="267" r:id="rId14"/>
    <p:sldId id="268" r:id="rId15"/>
    <p:sldId id="269" r:id="rId16"/>
    <p:sldId id="270" r:id="rId17"/>
    <p:sldId id="271" r:id="rId18"/>
    <p:sldId id="276" r:id="rId19"/>
    <p:sldId id="273" r:id="rId20"/>
    <p:sldId id="274" r:id="rId21"/>
    <p:sldId id="277"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1" d="100"/>
          <a:sy n="81" d="100"/>
        </p:scale>
        <p:origin x="54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ed Said" userId="c984d98e041f7c81" providerId="LiveId" clId="{ED81D0E3-09DE-4068-B6C6-59A2F7752E21}"/>
    <pc:docChg chg="modSld">
      <pc:chgData name="Mohamed Said" userId="c984d98e041f7c81" providerId="LiveId" clId="{ED81D0E3-09DE-4068-B6C6-59A2F7752E21}" dt="2023-02-13T17:39:23.382" v="15" actId="255"/>
      <pc:docMkLst>
        <pc:docMk/>
      </pc:docMkLst>
      <pc:sldChg chg="modSp mod">
        <pc:chgData name="Mohamed Said" userId="c984d98e041f7c81" providerId="LiveId" clId="{ED81D0E3-09DE-4068-B6C6-59A2F7752E21}" dt="2023-02-13T17:35:36.635" v="2" actId="113"/>
        <pc:sldMkLst>
          <pc:docMk/>
          <pc:sldMk cId="1695504474" sldId="264"/>
        </pc:sldMkLst>
        <pc:spChg chg="mod">
          <ac:chgData name="Mohamed Said" userId="c984d98e041f7c81" providerId="LiveId" clId="{ED81D0E3-09DE-4068-B6C6-59A2F7752E21}" dt="2023-02-13T17:35:24.141" v="0" actId="207"/>
          <ac:spMkLst>
            <pc:docMk/>
            <pc:sldMk cId="1695504474" sldId="264"/>
            <ac:spMk id="2" creationId="{8D9D17D7-E95B-C6B2-EF6D-2F0B536409BB}"/>
          </ac:spMkLst>
        </pc:spChg>
        <pc:spChg chg="mod">
          <ac:chgData name="Mohamed Said" userId="c984d98e041f7c81" providerId="LiveId" clId="{ED81D0E3-09DE-4068-B6C6-59A2F7752E21}" dt="2023-02-13T17:35:36.635" v="2" actId="113"/>
          <ac:spMkLst>
            <pc:docMk/>
            <pc:sldMk cId="1695504474" sldId="264"/>
            <ac:spMk id="3" creationId="{C48D1EE7-C568-6C97-9539-069449774235}"/>
          </ac:spMkLst>
        </pc:spChg>
      </pc:sldChg>
      <pc:sldChg chg="modSp mod">
        <pc:chgData name="Mohamed Said" userId="c984d98e041f7c81" providerId="LiveId" clId="{ED81D0E3-09DE-4068-B6C6-59A2F7752E21}" dt="2023-02-13T17:35:59.121" v="3" actId="113"/>
        <pc:sldMkLst>
          <pc:docMk/>
          <pc:sldMk cId="3851054609" sldId="265"/>
        </pc:sldMkLst>
        <pc:spChg chg="mod">
          <ac:chgData name="Mohamed Said" userId="c984d98e041f7c81" providerId="LiveId" clId="{ED81D0E3-09DE-4068-B6C6-59A2F7752E21}" dt="2023-02-13T17:35:59.121" v="3" actId="113"/>
          <ac:spMkLst>
            <pc:docMk/>
            <pc:sldMk cId="3851054609" sldId="265"/>
            <ac:spMk id="2" creationId="{37F0D14A-152D-EBF0-8EFE-77CFEC219C34}"/>
          </ac:spMkLst>
        </pc:spChg>
      </pc:sldChg>
      <pc:sldChg chg="modSp mod">
        <pc:chgData name="Mohamed Said" userId="c984d98e041f7c81" providerId="LiveId" clId="{ED81D0E3-09DE-4068-B6C6-59A2F7752E21}" dt="2023-02-13T17:36:25.519" v="9" actId="207"/>
        <pc:sldMkLst>
          <pc:docMk/>
          <pc:sldMk cId="416590293" sldId="266"/>
        </pc:sldMkLst>
        <pc:spChg chg="mod">
          <ac:chgData name="Mohamed Said" userId="c984d98e041f7c81" providerId="LiveId" clId="{ED81D0E3-09DE-4068-B6C6-59A2F7752E21}" dt="2023-02-13T17:36:18.082" v="6" actId="113"/>
          <ac:spMkLst>
            <pc:docMk/>
            <pc:sldMk cId="416590293" sldId="266"/>
            <ac:spMk id="2" creationId="{4DB1B430-17C8-A4C1-7D1D-D5FFF2A5FEE9}"/>
          </ac:spMkLst>
        </pc:spChg>
        <pc:spChg chg="mod">
          <ac:chgData name="Mohamed Said" userId="c984d98e041f7c81" providerId="LiveId" clId="{ED81D0E3-09DE-4068-B6C6-59A2F7752E21}" dt="2023-02-13T17:36:25.519" v="9" actId="207"/>
          <ac:spMkLst>
            <pc:docMk/>
            <pc:sldMk cId="416590293" sldId="266"/>
            <ac:spMk id="3" creationId="{3C1C94B6-F98E-008E-0122-5CD342917068}"/>
          </ac:spMkLst>
        </pc:spChg>
      </pc:sldChg>
      <pc:sldChg chg="modSp mod">
        <pc:chgData name="Mohamed Said" userId="c984d98e041f7c81" providerId="LiveId" clId="{ED81D0E3-09DE-4068-B6C6-59A2F7752E21}" dt="2023-02-13T17:38:01.591" v="14" actId="113"/>
        <pc:sldMkLst>
          <pc:docMk/>
          <pc:sldMk cId="4207119918" sldId="267"/>
        </pc:sldMkLst>
        <pc:spChg chg="mod">
          <ac:chgData name="Mohamed Said" userId="c984d98e041f7c81" providerId="LiveId" clId="{ED81D0E3-09DE-4068-B6C6-59A2F7752E21}" dt="2023-02-13T17:38:01.591" v="14" actId="113"/>
          <ac:spMkLst>
            <pc:docMk/>
            <pc:sldMk cId="4207119918" sldId="267"/>
            <ac:spMk id="2" creationId="{97823647-4AD9-B450-730F-F391773B24E6}"/>
          </ac:spMkLst>
        </pc:spChg>
      </pc:sldChg>
      <pc:sldChg chg="modSp mod">
        <pc:chgData name="Mohamed Said" userId="c984d98e041f7c81" providerId="LiveId" clId="{ED81D0E3-09DE-4068-B6C6-59A2F7752E21}" dt="2023-02-13T17:39:23.382" v="15" actId="255"/>
        <pc:sldMkLst>
          <pc:docMk/>
          <pc:sldMk cId="667148657" sldId="272"/>
        </pc:sldMkLst>
        <pc:spChg chg="mod">
          <ac:chgData name="Mohamed Said" userId="c984d98e041f7c81" providerId="LiveId" clId="{ED81D0E3-09DE-4068-B6C6-59A2F7752E21}" dt="2023-02-13T17:39:23.382" v="15" actId="255"/>
          <ac:spMkLst>
            <pc:docMk/>
            <pc:sldMk cId="667148657" sldId="272"/>
            <ac:spMk id="2" creationId="{4571B9D1-79C4-C28B-EFD5-1EBDEC15861D}"/>
          </ac:spMkLst>
        </pc:spChg>
      </pc:sldChg>
      <pc:sldChg chg="modSp mod">
        <pc:chgData name="Mohamed Said" userId="c984d98e041f7c81" providerId="LiveId" clId="{ED81D0E3-09DE-4068-B6C6-59A2F7752E21}" dt="2023-02-13T17:37:51.225" v="13" actId="255"/>
        <pc:sldMkLst>
          <pc:docMk/>
          <pc:sldMk cId="2994173285" sldId="273"/>
        </pc:sldMkLst>
        <pc:spChg chg="mod">
          <ac:chgData name="Mohamed Said" userId="c984d98e041f7c81" providerId="LiveId" clId="{ED81D0E3-09DE-4068-B6C6-59A2F7752E21}" dt="2023-02-13T17:37:41.184" v="12" actId="113"/>
          <ac:spMkLst>
            <pc:docMk/>
            <pc:sldMk cId="2994173285" sldId="273"/>
            <ac:spMk id="2" creationId="{948499E2-8390-C51D-2202-316BBC41912B}"/>
          </ac:spMkLst>
        </pc:spChg>
        <pc:spChg chg="mod">
          <ac:chgData name="Mohamed Said" userId="c984d98e041f7c81" providerId="LiveId" clId="{ED81D0E3-09DE-4068-B6C6-59A2F7752E21}" dt="2023-02-13T17:37:51.225" v="13" actId="255"/>
          <ac:spMkLst>
            <pc:docMk/>
            <pc:sldMk cId="2994173285" sldId="273"/>
            <ac:spMk id="3" creationId="{919F2723-CE1D-0147-CD20-242EF25D9533}"/>
          </ac:spMkLst>
        </pc:spChg>
      </pc:sldChg>
      <pc:sldChg chg="modSp mod">
        <pc:chgData name="Mohamed Said" userId="c984d98e041f7c81" providerId="LiveId" clId="{ED81D0E3-09DE-4068-B6C6-59A2F7752E21}" dt="2023-02-13T17:37:04.619" v="11" actId="113"/>
        <pc:sldMkLst>
          <pc:docMk/>
          <pc:sldMk cId="1841992472" sldId="274"/>
        </pc:sldMkLst>
        <pc:spChg chg="mod">
          <ac:chgData name="Mohamed Said" userId="c984d98e041f7c81" providerId="LiveId" clId="{ED81D0E3-09DE-4068-B6C6-59A2F7752E21}" dt="2023-02-13T17:37:04.619" v="11" actId="113"/>
          <ac:spMkLst>
            <pc:docMk/>
            <pc:sldMk cId="1841992472" sldId="274"/>
            <ac:spMk id="2" creationId="{948499E2-8390-C51D-2202-316BBC41912B}"/>
          </ac:spMkLst>
        </pc:spChg>
        <pc:spChg chg="mod">
          <ac:chgData name="Mohamed Said" userId="c984d98e041f7c81" providerId="LiveId" clId="{ED81D0E3-09DE-4068-B6C6-59A2F7752E21}" dt="2023-02-13T17:37:00.146" v="10" actId="255"/>
          <ac:spMkLst>
            <pc:docMk/>
            <pc:sldMk cId="1841992472" sldId="274"/>
            <ac:spMk id="3" creationId="{919F2723-CE1D-0147-CD20-242EF25D953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5A99F-1926-4F28-1289-7A80E80A32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A495A4-4F45-501B-8E89-CB550A0797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5D66D6-8A55-4D12-8517-80AFDC19F88C}"/>
              </a:ext>
            </a:extLst>
          </p:cNvPr>
          <p:cNvSpPr>
            <a:spLocks noGrp="1"/>
          </p:cNvSpPr>
          <p:nvPr>
            <p:ph type="dt" sz="half" idx="10"/>
          </p:nvPr>
        </p:nvSpPr>
        <p:spPr/>
        <p:txBody>
          <a:bodyPr/>
          <a:lstStyle/>
          <a:p>
            <a:fld id="{6B7B805F-8C6B-48D7-B8CD-6895446993AC}" type="datetimeFigureOut">
              <a:rPr lang="en-US" smtClean="0"/>
              <a:t>5/6/2023</a:t>
            </a:fld>
            <a:endParaRPr lang="en-US"/>
          </a:p>
        </p:txBody>
      </p:sp>
      <p:sp>
        <p:nvSpPr>
          <p:cNvPr id="5" name="Footer Placeholder 4">
            <a:extLst>
              <a:ext uri="{FF2B5EF4-FFF2-40B4-BE49-F238E27FC236}">
                <a16:creationId xmlns:a16="http://schemas.microsoft.com/office/drawing/2014/main" id="{FFBD6126-DAA3-1B8B-2AE8-E2B05D7F41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C40A25-990E-9A94-B269-F0E6121D45C6}"/>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3545788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37F85-03BE-2119-191C-6A85EAFC8F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98714F-4460-781C-D07D-21171C67CB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00173C-D3E5-C11C-95AD-A1BBA3D2DDAE}"/>
              </a:ext>
            </a:extLst>
          </p:cNvPr>
          <p:cNvSpPr>
            <a:spLocks noGrp="1"/>
          </p:cNvSpPr>
          <p:nvPr>
            <p:ph type="dt" sz="half" idx="10"/>
          </p:nvPr>
        </p:nvSpPr>
        <p:spPr/>
        <p:txBody>
          <a:bodyPr/>
          <a:lstStyle/>
          <a:p>
            <a:fld id="{6B7B805F-8C6B-48D7-B8CD-6895446993AC}" type="datetimeFigureOut">
              <a:rPr lang="en-US" smtClean="0"/>
              <a:t>5/6/2023</a:t>
            </a:fld>
            <a:endParaRPr lang="en-US"/>
          </a:p>
        </p:txBody>
      </p:sp>
      <p:sp>
        <p:nvSpPr>
          <p:cNvPr id="5" name="Footer Placeholder 4">
            <a:extLst>
              <a:ext uri="{FF2B5EF4-FFF2-40B4-BE49-F238E27FC236}">
                <a16:creationId xmlns:a16="http://schemas.microsoft.com/office/drawing/2014/main" id="{6E9C4E17-CCDE-AF67-CCDA-BCA87C3918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BD145-074B-7B35-300E-1E8C0E5886A9}"/>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179395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2A43C-9D31-5117-2E2F-7A451C2EFF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4CE20C-73BB-01FF-F346-5F89A7FB79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D932D4-2E18-C07B-3C4C-997A74CB08CE}"/>
              </a:ext>
            </a:extLst>
          </p:cNvPr>
          <p:cNvSpPr>
            <a:spLocks noGrp="1"/>
          </p:cNvSpPr>
          <p:nvPr>
            <p:ph type="dt" sz="half" idx="10"/>
          </p:nvPr>
        </p:nvSpPr>
        <p:spPr/>
        <p:txBody>
          <a:bodyPr/>
          <a:lstStyle/>
          <a:p>
            <a:fld id="{6B7B805F-8C6B-48D7-B8CD-6895446993AC}" type="datetimeFigureOut">
              <a:rPr lang="en-US" smtClean="0"/>
              <a:t>5/6/2023</a:t>
            </a:fld>
            <a:endParaRPr lang="en-US"/>
          </a:p>
        </p:txBody>
      </p:sp>
      <p:sp>
        <p:nvSpPr>
          <p:cNvPr id="5" name="Footer Placeholder 4">
            <a:extLst>
              <a:ext uri="{FF2B5EF4-FFF2-40B4-BE49-F238E27FC236}">
                <a16:creationId xmlns:a16="http://schemas.microsoft.com/office/drawing/2014/main" id="{8E178FBC-28A4-B976-BAF9-53BC5E0FA8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44B70D-8445-FA2A-C1F8-2424ED5825B3}"/>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2936587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0655E-FFA4-5838-471D-8101F92E3D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4DBC49-DAE1-8A67-4C47-7220C808B9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6075FA-2468-B461-7EF8-9CAAF2FEB4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8024A3-5AED-D9E6-8659-5C3E2ED44387}"/>
              </a:ext>
            </a:extLst>
          </p:cNvPr>
          <p:cNvSpPr>
            <a:spLocks noGrp="1"/>
          </p:cNvSpPr>
          <p:nvPr>
            <p:ph type="dt" sz="half" idx="10"/>
          </p:nvPr>
        </p:nvSpPr>
        <p:spPr/>
        <p:txBody>
          <a:bodyPr/>
          <a:lstStyle/>
          <a:p>
            <a:fld id="{6B7B805F-8C6B-48D7-B8CD-6895446993AC}" type="datetimeFigureOut">
              <a:rPr lang="en-US" smtClean="0"/>
              <a:t>5/6/2023</a:t>
            </a:fld>
            <a:endParaRPr lang="en-US"/>
          </a:p>
        </p:txBody>
      </p:sp>
      <p:sp>
        <p:nvSpPr>
          <p:cNvPr id="6" name="Footer Placeholder 5">
            <a:extLst>
              <a:ext uri="{FF2B5EF4-FFF2-40B4-BE49-F238E27FC236}">
                <a16:creationId xmlns:a16="http://schemas.microsoft.com/office/drawing/2014/main" id="{A3F3D183-5501-5357-D447-E8D8C8A02D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C657F1-6206-3279-CE24-7EF07ED089E0}"/>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2135391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C1F37-5C43-4BC7-F7DB-5631F8EBBB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4C5C6B-BCBC-6AD2-6EA8-BCC9577128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361230-B0A8-CC7D-9535-271B673533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C785474-D358-7FE6-76FE-BD89ED08D0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94E890-CC02-4EA4-E57D-542570E66B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6F5A09-982C-D6CB-A6D5-64BA19472755}"/>
              </a:ext>
            </a:extLst>
          </p:cNvPr>
          <p:cNvSpPr>
            <a:spLocks noGrp="1"/>
          </p:cNvSpPr>
          <p:nvPr>
            <p:ph type="dt" sz="half" idx="10"/>
          </p:nvPr>
        </p:nvSpPr>
        <p:spPr/>
        <p:txBody>
          <a:bodyPr/>
          <a:lstStyle/>
          <a:p>
            <a:fld id="{6B7B805F-8C6B-48D7-B8CD-6895446993AC}" type="datetimeFigureOut">
              <a:rPr lang="en-US" smtClean="0"/>
              <a:t>5/6/2023</a:t>
            </a:fld>
            <a:endParaRPr lang="en-US"/>
          </a:p>
        </p:txBody>
      </p:sp>
      <p:sp>
        <p:nvSpPr>
          <p:cNvPr id="8" name="Footer Placeholder 7">
            <a:extLst>
              <a:ext uri="{FF2B5EF4-FFF2-40B4-BE49-F238E27FC236}">
                <a16:creationId xmlns:a16="http://schemas.microsoft.com/office/drawing/2014/main" id="{A4051076-FA1B-2B7B-D9BE-58383DF395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DDA620-2FF2-7AAF-17A1-78E1CA96E9AB}"/>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1408288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F45FA-3249-1155-3807-9B8AD1F1A8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AFA14E-C693-5F59-CA1D-F6FC8EAB259F}"/>
              </a:ext>
            </a:extLst>
          </p:cNvPr>
          <p:cNvSpPr>
            <a:spLocks noGrp="1"/>
          </p:cNvSpPr>
          <p:nvPr>
            <p:ph type="dt" sz="half" idx="10"/>
          </p:nvPr>
        </p:nvSpPr>
        <p:spPr/>
        <p:txBody>
          <a:bodyPr/>
          <a:lstStyle/>
          <a:p>
            <a:fld id="{6B7B805F-8C6B-48D7-B8CD-6895446993AC}" type="datetimeFigureOut">
              <a:rPr lang="en-US" smtClean="0"/>
              <a:t>5/6/2023</a:t>
            </a:fld>
            <a:endParaRPr lang="en-US"/>
          </a:p>
        </p:txBody>
      </p:sp>
      <p:sp>
        <p:nvSpPr>
          <p:cNvPr id="4" name="Footer Placeholder 3">
            <a:extLst>
              <a:ext uri="{FF2B5EF4-FFF2-40B4-BE49-F238E27FC236}">
                <a16:creationId xmlns:a16="http://schemas.microsoft.com/office/drawing/2014/main" id="{9B6CD0E5-8C9E-1921-C0B4-347E0595B8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1000CA7-5746-E813-BDD3-938D9B49227D}"/>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3285816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74F72C-3F11-E285-C494-F89A89178E27}"/>
              </a:ext>
            </a:extLst>
          </p:cNvPr>
          <p:cNvSpPr>
            <a:spLocks noGrp="1"/>
          </p:cNvSpPr>
          <p:nvPr>
            <p:ph type="dt" sz="half" idx="10"/>
          </p:nvPr>
        </p:nvSpPr>
        <p:spPr/>
        <p:txBody>
          <a:bodyPr/>
          <a:lstStyle/>
          <a:p>
            <a:fld id="{6B7B805F-8C6B-48D7-B8CD-6895446993AC}" type="datetimeFigureOut">
              <a:rPr lang="en-US" smtClean="0"/>
              <a:t>5/6/2023</a:t>
            </a:fld>
            <a:endParaRPr lang="en-US"/>
          </a:p>
        </p:txBody>
      </p:sp>
      <p:sp>
        <p:nvSpPr>
          <p:cNvPr id="3" name="Footer Placeholder 2">
            <a:extLst>
              <a:ext uri="{FF2B5EF4-FFF2-40B4-BE49-F238E27FC236}">
                <a16:creationId xmlns:a16="http://schemas.microsoft.com/office/drawing/2014/main" id="{4D2C5B5B-4D72-0008-56A9-7E6C1E8963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B0DCD4-B115-A709-AC1D-F719E0E80281}"/>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2586775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4A0A2-5700-FF43-BB6B-C5594835C7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A8D752-2299-A89B-771A-ABCFC2D8FF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544B26-B2CF-3214-A1E4-48FBE9B670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3DF338-B5AE-0A2B-43A1-780C87BC51F6}"/>
              </a:ext>
            </a:extLst>
          </p:cNvPr>
          <p:cNvSpPr>
            <a:spLocks noGrp="1"/>
          </p:cNvSpPr>
          <p:nvPr>
            <p:ph type="dt" sz="half" idx="10"/>
          </p:nvPr>
        </p:nvSpPr>
        <p:spPr/>
        <p:txBody>
          <a:bodyPr/>
          <a:lstStyle/>
          <a:p>
            <a:fld id="{6B7B805F-8C6B-48D7-B8CD-6895446993AC}" type="datetimeFigureOut">
              <a:rPr lang="en-US" smtClean="0"/>
              <a:t>5/6/2023</a:t>
            </a:fld>
            <a:endParaRPr lang="en-US"/>
          </a:p>
        </p:txBody>
      </p:sp>
      <p:sp>
        <p:nvSpPr>
          <p:cNvPr id="6" name="Footer Placeholder 5">
            <a:extLst>
              <a:ext uri="{FF2B5EF4-FFF2-40B4-BE49-F238E27FC236}">
                <a16:creationId xmlns:a16="http://schemas.microsoft.com/office/drawing/2014/main" id="{63638EA7-9CD4-71E9-810E-1E74F798AC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615BE3-7672-4DEC-3B6C-FBE3FA882F6E}"/>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72521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4B39F-FFAC-DAD0-A346-44F49FD30E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BB9539-A87F-E735-6D1E-63C9F54517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CE2BF4-03E5-1221-8EB0-4D2397F374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A13C8C-4BBC-5EC5-D43E-52F7AD0B1F08}"/>
              </a:ext>
            </a:extLst>
          </p:cNvPr>
          <p:cNvSpPr>
            <a:spLocks noGrp="1"/>
          </p:cNvSpPr>
          <p:nvPr>
            <p:ph type="dt" sz="half" idx="10"/>
          </p:nvPr>
        </p:nvSpPr>
        <p:spPr/>
        <p:txBody>
          <a:bodyPr/>
          <a:lstStyle/>
          <a:p>
            <a:fld id="{6B7B805F-8C6B-48D7-B8CD-6895446993AC}" type="datetimeFigureOut">
              <a:rPr lang="en-US" smtClean="0"/>
              <a:t>5/6/2023</a:t>
            </a:fld>
            <a:endParaRPr lang="en-US"/>
          </a:p>
        </p:txBody>
      </p:sp>
      <p:sp>
        <p:nvSpPr>
          <p:cNvPr id="6" name="Footer Placeholder 5">
            <a:extLst>
              <a:ext uri="{FF2B5EF4-FFF2-40B4-BE49-F238E27FC236}">
                <a16:creationId xmlns:a16="http://schemas.microsoft.com/office/drawing/2014/main" id="{67EAB6A1-62F2-3F9C-2B19-71B7C49B88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B105DE-0FE9-77B3-EC2B-8F6A4EA47CF0}"/>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2637796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7116A-BA3A-DDD8-95B9-4AD1BDE995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6C6242-1E4C-A04F-CCED-0B5E660297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9D8456-1C67-582B-00E9-A1FE3D816058}"/>
              </a:ext>
            </a:extLst>
          </p:cNvPr>
          <p:cNvSpPr>
            <a:spLocks noGrp="1"/>
          </p:cNvSpPr>
          <p:nvPr>
            <p:ph type="dt" sz="half" idx="10"/>
          </p:nvPr>
        </p:nvSpPr>
        <p:spPr/>
        <p:txBody>
          <a:bodyPr/>
          <a:lstStyle/>
          <a:p>
            <a:fld id="{6B7B805F-8C6B-48D7-B8CD-6895446993AC}" type="datetimeFigureOut">
              <a:rPr lang="en-US" smtClean="0"/>
              <a:t>5/6/2023</a:t>
            </a:fld>
            <a:endParaRPr lang="en-US"/>
          </a:p>
        </p:txBody>
      </p:sp>
      <p:sp>
        <p:nvSpPr>
          <p:cNvPr id="5" name="Footer Placeholder 4">
            <a:extLst>
              <a:ext uri="{FF2B5EF4-FFF2-40B4-BE49-F238E27FC236}">
                <a16:creationId xmlns:a16="http://schemas.microsoft.com/office/drawing/2014/main" id="{3149ACD2-2945-B092-9AF8-EB78EB2278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D50A51-2974-9213-3005-7BA1534A30C0}"/>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1469440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F5789A-59B0-89B2-4BEA-C8E265AA54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4822F9-93F9-19C7-5FF8-94AC8A8EAF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271475-E81E-4604-7457-D020355E2C3A}"/>
              </a:ext>
            </a:extLst>
          </p:cNvPr>
          <p:cNvSpPr>
            <a:spLocks noGrp="1"/>
          </p:cNvSpPr>
          <p:nvPr>
            <p:ph type="dt" sz="half" idx="10"/>
          </p:nvPr>
        </p:nvSpPr>
        <p:spPr/>
        <p:txBody>
          <a:bodyPr/>
          <a:lstStyle/>
          <a:p>
            <a:fld id="{6B7B805F-8C6B-48D7-B8CD-6895446993AC}" type="datetimeFigureOut">
              <a:rPr lang="en-US" smtClean="0"/>
              <a:t>5/6/2023</a:t>
            </a:fld>
            <a:endParaRPr lang="en-US"/>
          </a:p>
        </p:txBody>
      </p:sp>
      <p:sp>
        <p:nvSpPr>
          <p:cNvPr id="5" name="Footer Placeholder 4">
            <a:extLst>
              <a:ext uri="{FF2B5EF4-FFF2-40B4-BE49-F238E27FC236}">
                <a16:creationId xmlns:a16="http://schemas.microsoft.com/office/drawing/2014/main" id="{4AAA5F0A-D276-003B-44D8-C0D5B7DE8F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4328AD-C6CF-D9A8-FC6F-E545F5183535}"/>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771622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5C75C9-7FCB-07CA-C63F-6F209271B6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ED2253-A945-9AB8-CA33-06FBF862A2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3DF7E7-A7FD-EF78-0820-DAF22B2ED6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7B805F-8C6B-48D7-B8CD-6895446993AC}" type="datetimeFigureOut">
              <a:rPr lang="en-US" smtClean="0"/>
              <a:t>5/6/2023</a:t>
            </a:fld>
            <a:endParaRPr lang="en-US"/>
          </a:p>
        </p:txBody>
      </p:sp>
      <p:sp>
        <p:nvSpPr>
          <p:cNvPr id="5" name="Footer Placeholder 4">
            <a:extLst>
              <a:ext uri="{FF2B5EF4-FFF2-40B4-BE49-F238E27FC236}">
                <a16:creationId xmlns:a16="http://schemas.microsoft.com/office/drawing/2014/main" id="{DD92CA18-172D-6239-8012-A679544E36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8619EF2-4D25-E5A5-F5F8-1E4134A1AD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FC82A8-3112-4625-8503-D8A66BC27970}" type="slidenum">
              <a:rPr lang="en-US" smtClean="0"/>
              <a:t>‹#›</a:t>
            </a:fld>
            <a:endParaRPr lang="en-US"/>
          </a:p>
        </p:txBody>
      </p:sp>
    </p:spTree>
    <p:extLst>
      <p:ext uri="{BB962C8B-B14F-4D97-AF65-F5344CB8AC3E}">
        <p14:creationId xmlns:p14="http://schemas.microsoft.com/office/powerpoint/2010/main" val="485499306"/>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CDEDF-0B77-854B-A0A1-FCA0DBC51FD9}"/>
              </a:ext>
            </a:extLst>
          </p:cNvPr>
          <p:cNvSpPr>
            <a:spLocks noGrp="1"/>
          </p:cNvSpPr>
          <p:nvPr>
            <p:ph type="ctrTitle"/>
          </p:nvPr>
        </p:nvSpPr>
        <p:spPr/>
        <p:txBody>
          <a:bodyPr>
            <a:normAutofit fontScale="90000"/>
          </a:bodyPr>
          <a:lstStyle/>
          <a:p>
            <a:br>
              <a:rPr lang="en-US" dirty="0"/>
            </a:br>
            <a:br>
              <a:rPr lang="en-US" dirty="0"/>
            </a:br>
            <a:endParaRPr lang="en-US" dirty="0"/>
          </a:p>
        </p:txBody>
      </p:sp>
      <p:sp>
        <p:nvSpPr>
          <p:cNvPr id="3" name="Subtitle 2">
            <a:extLst>
              <a:ext uri="{FF2B5EF4-FFF2-40B4-BE49-F238E27FC236}">
                <a16:creationId xmlns:a16="http://schemas.microsoft.com/office/drawing/2014/main" id="{7C4B82F0-872F-3A33-2084-6903FEFCEE93}"/>
              </a:ext>
            </a:extLst>
          </p:cNvPr>
          <p:cNvSpPr>
            <a:spLocks noGrp="1"/>
          </p:cNvSpPr>
          <p:nvPr>
            <p:ph type="subTitle" idx="1"/>
          </p:nvPr>
        </p:nvSpPr>
        <p:spPr/>
        <p:txBody>
          <a:bodyPr>
            <a:normAutofit/>
          </a:bodyPr>
          <a:lstStyle/>
          <a:p>
            <a:pPr marL="0" marR="0" algn="ctr">
              <a:lnSpc>
                <a:spcPct val="107000"/>
              </a:lnSpc>
              <a:spcBef>
                <a:spcPts val="0"/>
              </a:spcBef>
              <a:spcAft>
                <a:spcPts val="800"/>
              </a:spcAft>
            </a:pPr>
            <a:r>
              <a:rPr lang="en-US" sz="4400" dirty="0">
                <a:effectLst/>
                <a:latin typeface="Calibri" panose="020F0502020204030204" pitchFamily="34" charset="0"/>
                <a:ea typeface="Calibri" panose="020F0502020204030204" pitchFamily="34" charset="0"/>
                <a:cs typeface="Arial" panose="020B0604020202020204" pitchFamily="34" charset="0"/>
              </a:rPr>
              <a:t>Rationalize the Consumption of Antibiotics </a:t>
            </a:r>
          </a:p>
        </p:txBody>
      </p:sp>
      <p:pic>
        <p:nvPicPr>
          <p:cNvPr id="7" name="Picture 6" descr="Logo, company name&#10;&#10;Description automatically generated">
            <a:extLst>
              <a:ext uri="{FF2B5EF4-FFF2-40B4-BE49-F238E27FC236}">
                <a16:creationId xmlns:a16="http://schemas.microsoft.com/office/drawing/2014/main" id="{448C8736-928E-D0B8-CFC0-2C73010201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1332" y="1274059"/>
            <a:ext cx="2533650" cy="1809750"/>
          </a:xfrm>
          <a:prstGeom prst="rect">
            <a:avLst/>
          </a:prstGeom>
        </p:spPr>
      </p:pic>
      <p:pic>
        <p:nvPicPr>
          <p:cNvPr id="11" name="Picture 10" descr="Logo&#10;&#10;Description automatically generated with low confidence">
            <a:extLst>
              <a:ext uri="{FF2B5EF4-FFF2-40B4-BE49-F238E27FC236}">
                <a16:creationId xmlns:a16="http://schemas.microsoft.com/office/drawing/2014/main" id="{69F00315-D2E7-D0CC-00FB-ECA6F1353F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0867" y="1244600"/>
            <a:ext cx="2143125" cy="2143125"/>
          </a:xfrm>
          <a:prstGeom prst="rect">
            <a:avLst/>
          </a:prstGeom>
        </p:spPr>
      </p:pic>
    </p:spTree>
    <p:extLst>
      <p:ext uri="{BB962C8B-B14F-4D97-AF65-F5344CB8AC3E}">
        <p14:creationId xmlns:p14="http://schemas.microsoft.com/office/powerpoint/2010/main" val="1141910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D17D7-E95B-C6B2-EF6D-2F0B536409BB}"/>
              </a:ext>
            </a:extLst>
          </p:cNvPr>
          <p:cNvSpPr>
            <a:spLocks noGrp="1"/>
          </p:cNvSpPr>
          <p:nvPr>
            <p:ph type="title"/>
          </p:nvPr>
        </p:nvSpPr>
        <p:spPr>
          <a:xfrm>
            <a:off x="838200" y="365128"/>
            <a:ext cx="10515600" cy="3466091"/>
          </a:xfrm>
        </p:spPr>
        <p:txBody>
          <a:bodyPr>
            <a:normAutofit/>
          </a:bodyPr>
          <a:lstStyle/>
          <a:p>
            <a:pPr marL="342900" marR="0" lvl="0" indent="-342900" rtl="0">
              <a:lnSpc>
                <a:spcPct val="107000"/>
              </a:lnSpc>
              <a:spcBef>
                <a:spcPts val="0"/>
              </a:spcBef>
              <a:spcAft>
                <a:spcPts val="0"/>
              </a:spcAft>
              <a:buFont typeface="Symbol" panose="05050102010706020507" pitchFamily="18" charset="2"/>
              <a:buChar char=""/>
            </a:pPr>
            <a:r>
              <a:rPr lang="en-US" sz="2800" dirty="0">
                <a:solidFill>
                  <a:schemeClr val="tx1"/>
                </a:solidFill>
                <a:latin typeface="Calibri" panose="020F0502020204030204" pitchFamily="34" charset="0"/>
                <a:ea typeface="Calibri" panose="020F0502020204030204" pitchFamily="34" charset="0"/>
                <a:cs typeface="Arial" panose="020B0604020202020204" pitchFamily="34" charset="0"/>
              </a:rPr>
              <a:t>Student Names:                                               Department</a:t>
            </a:r>
            <a:br>
              <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rPr>
            </a:br>
            <a: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t>Mohamed Said Abdel Fattah                                                CS</a:t>
            </a:r>
            <a:b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br>
            <a: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t>Ahmed Mohamed Ismail                                                       CS</a:t>
            </a:r>
            <a:b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br>
            <a: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t>Ali Ahmed Ali                                                                            IS</a:t>
            </a:r>
            <a:b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br>
            <a: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t>Arafa Ahmed Salem                                                                 IS</a:t>
            </a:r>
            <a:b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br>
            <a: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t>Rady Mohamed Rady                                                              CS</a:t>
            </a:r>
            <a:b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br>
            <a: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t>Alaa Abdullah Tawfik                                                               IS</a:t>
            </a:r>
            <a:b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br>
            <a:endParaRPr lang="en-US" sz="2400" dirty="0">
              <a:solidFill>
                <a:schemeClr val="tx1"/>
              </a:solidFill>
            </a:endParaRPr>
          </a:p>
        </p:txBody>
      </p:sp>
      <p:sp>
        <p:nvSpPr>
          <p:cNvPr id="3" name="Content Placeholder 2">
            <a:extLst>
              <a:ext uri="{FF2B5EF4-FFF2-40B4-BE49-F238E27FC236}">
                <a16:creationId xmlns:a16="http://schemas.microsoft.com/office/drawing/2014/main" id="{C48D1EE7-C568-6C97-9539-069449774235}"/>
              </a:ext>
            </a:extLst>
          </p:cNvPr>
          <p:cNvSpPr>
            <a:spLocks noGrp="1"/>
          </p:cNvSpPr>
          <p:nvPr>
            <p:ph idx="1"/>
          </p:nvPr>
        </p:nvSpPr>
        <p:spPr>
          <a:xfrm>
            <a:off x="706056" y="3669175"/>
            <a:ext cx="10394066" cy="1979271"/>
          </a:xfrm>
        </p:spPr>
        <p:txBody>
          <a:bodyPr>
            <a:normAutofit fontScale="92500" lnSpcReduction="10000"/>
          </a:bodyPr>
          <a:lstStyle/>
          <a:p>
            <a:pPr marL="0" indent="0" algn="ctr">
              <a:buNone/>
            </a:pPr>
            <a:r>
              <a:rPr lang="en-US" sz="3500" dirty="0"/>
              <a:t>Supervised By:</a:t>
            </a:r>
          </a:p>
          <a:p>
            <a:pPr marL="0" indent="0">
              <a:buNone/>
            </a:pPr>
            <a:r>
              <a:rPr lang="en-US" sz="3200" dirty="0" err="1"/>
              <a:t>Dr.Eng</a:t>
            </a:r>
            <a:r>
              <a:rPr lang="en-US" sz="3200" dirty="0"/>
              <a:t>. Samy </a:t>
            </a:r>
            <a:r>
              <a:rPr lang="en-US" sz="3200" dirty="0" err="1"/>
              <a:t>ElMokadem</a:t>
            </a:r>
            <a:r>
              <a:rPr lang="en-US" sz="3200" dirty="0"/>
              <a:t>        Dr. Abdelrahman El-Akhdar</a:t>
            </a:r>
          </a:p>
          <a:p>
            <a:pPr marL="0" indent="0" algn="ctr">
              <a:buNone/>
            </a:pPr>
            <a:r>
              <a:rPr lang="en-US" sz="3200" dirty="0"/>
              <a:t>Eng. Ahmed Rashad </a:t>
            </a:r>
          </a:p>
          <a:p>
            <a:pPr marL="0" indent="0" algn="ctr">
              <a:buNone/>
            </a:pPr>
            <a:r>
              <a:rPr lang="en-US" sz="3200" dirty="0"/>
              <a:t>Eng. Rabab Mahmoud</a:t>
            </a:r>
          </a:p>
          <a:p>
            <a:pPr marL="0" indent="0" algn="ctr">
              <a:buNone/>
            </a:pPr>
            <a:endParaRPr lang="en-US" sz="3200" dirty="0"/>
          </a:p>
        </p:txBody>
      </p:sp>
    </p:spTree>
    <p:extLst>
      <p:ext uri="{BB962C8B-B14F-4D97-AF65-F5344CB8AC3E}">
        <p14:creationId xmlns:p14="http://schemas.microsoft.com/office/powerpoint/2010/main" val="1695504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0D14A-152D-EBF0-8EFE-77CFEC219C34}"/>
              </a:ext>
            </a:extLst>
          </p:cNvPr>
          <p:cNvSpPr>
            <a:spLocks noGrp="1"/>
          </p:cNvSpPr>
          <p:nvPr>
            <p:ph type="title"/>
          </p:nvPr>
        </p:nvSpPr>
        <p:spPr/>
        <p:txBody>
          <a:bodyPr/>
          <a:lstStyle/>
          <a:p>
            <a:r>
              <a:rPr lang="en-US" dirty="0">
                <a:solidFill>
                  <a:schemeClr val="tx1"/>
                </a:solidFill>
              </a:rPr>
              <a:t>Problem Statement:</a:t>
            </a:r>
          </a:p>
        </p:txBody>
      </p:sp>
      <p:sp>
        <p:nvSpPr>
          <p:cNvPr id="3" name="Content Placeholder 2">
            <a:extLst>
              <a:ext uri="{FF2B5EF4-FFF2-40B4-BE49-F238E27FC236}">
                <a16:creationId xmlns:a16="http://schemas.microsoft.com/office/drawing/2014/main" id="{A260E628-DBA7-1569-CA7A-72D61EAF7E57}"/>
              </a:ext>
            </a:extLst>
          </p:cNvPr>
          <p:cNvSpPr>
            <a:spLocks noGrp="1"/>
          </p:cNvSpPr>
          <p:nvPr>
            <p:ph idx="1"/>
          </p:nvPr>
        </p:nvSpPr>
        <p:spPr/>
        <p:txBody>
          <a:bodyPr>
            <a:normAutofit/>
          </a:bodyPr>
          <a:lstStyle/>
          <a:p>
            <a:r>
              <a:rPr lang="en-US" dirty="0">
                <a:latin typeface="Calibri" panose="020F0502020204030204" pitchFamily="34" charset="0"/>
                <a:ea typeface="Calibri" panose="020F0502020204030204" pitchFamily="34" charset="0"/>
              </a:rPr>
              <a:t>T</a:t>
            </a:r>
            <a:r>
              <a:rPr lang="en-US" dirty="0">
                <a:effectLst/>
                <a:latin typeface="Calibri" panose="020F0502020204030204" pitchFamily="34" charset="0"/>
                <a:ea typeface="Calibri" panose="020F0502020204030204" pitchFamily="34" charset="0"/>
              </a:rPr>
              <a:t>here is a large number of antibiotics are being wrongly used daily.</a:t>
            </a:r>
          </a:p>
          <a:p>
            <a:endParaRPr lang="en-US" dirty="0">
              <a:effectLst/>
              <a:latin typeface="Calibri" panose="020F0502020204030204" pitchFamily="34" charset="0"/>
              <a:ea typeface="Calibri" panose="020F0502020204030204" pitchFamily="34" charset="0"/>
            </a:endParaRPr>
          </a:p>
          <a:p>
            <a:r>
              <a:rPr lang="en-US" dirty="0">
                <a:effectLst/>
                <a:latin typeface="Calibri" panose="020F0502020204030204" pitchFamily="34" charset="0"/>
                <a:ea typeface="Calibri" panose="020F0502020204030204" pitchFamily="34" charset="0"/>
              </a:rPr>
              <a:t>Each antibiotic can be used to treat more than one type of bacteria.</a:t>
            </a:r>
          </a:p>
          <a:p>
            <a:pPr marL="0" indent="0">
              <a:buNone/>
            </a:pPr>
            <a:endParaRPr lang="en-US" dirty="0">
              <a:effectLst/>
              <a:latin typeface="Calibri" panose="020F0502020204030204" pitchFamily="34" charset="0"/>
              <a:ea typeface="Calibri" panose="020F0502020204030204" pitchFamily="34" charset="0"/>
            </a:endParaRPr>
          </a:p>
          <a:p>
            <a:r>
              <a:rPr lang="en-US" sz="1900" dirty="0">
                <a:latin typeface="Calibri" panose="020F0502020204030204" pitchFamily="34" charset="0"/>
                <a:ea typeface="Calibri" panose="020F0502020204030204" pitchFamily="34" charset="0"/>
              </a:rPr>
              <a:t>T</a:t>
            </a:r>
            <a:r>
              <a:rPr lang="en-US" sz="1900" dirty="0">
                <a:effectLst/>
                <a:latin typeface="Calibri" panose="020F0502020204030204" pitchFamily="34" charset="0"/>
                <a:ea typeface="Calibri" panose="020F0502020204030204" pitchFamily="34" charset="0"/>
              </a:rPr>
              <a:t>he antibiotics required to treat a patient vary These doses vary according to the patient's age, gender, health condition and other factors.</a:t>
            </a:r>
          </a:p>
          <a:p>
            <a:pPr marL="0" indent="0">
              <a:buNone/>
            </a:pPr>
            <a:endParaRPr lang="en-US" sz="1900" dirty="0">
              <a:effectLst/>
              <a:latin typeface="Calibri" panose="020F0502020204030204" pitchFamily="34" charset="0"/>
              <a:ea typeface="Calibri" panose="020F0502020204030204" pitchFamily="34" charset="0"/>
            </a:endParaRPr>
          </a:p>
          <a:p>
            <a:r>
              <a:rPr lang="en-US" dirty="0">
                <a:latin typeface="Calibri" panose="020F0502020204030204" pitchFamily="34" charset="0"/>
                <a:ea typeface="Calibri" panose="020F0502020204030204" pitchFamily="34" charset="0"/>
              </a:rPr>
              <a:t>I</a:t>
            </a:r>
            <a:r>
              <a:rPr lang="en-US" dirty="0">
                <a:effectLst/>
                <a:latin typeface="Calibri" panose="020F0502020204030204" pitchFamily="34" charset="0"/>
                <a:ea typeface="Calibri" panose="020F0502020204030204" pitchFamily="34" charset="0"/>
              </a:rPr>
              <a:t>t is necessary to have a system followed in the consumption of antibiotics that aims to rationalize the consumption of antibiotics in their places of distribution, whether hospitals, clinics or pharmacies.</a:t>
            </a:r>
            <a:endParaRPr lang="en-US" dirty="0"/>
          </a:p>
        </p:txBody>
      </p:sp>
    </p:spTree>
    <p:extLst>
      <p:ext uri="{BB962C8B-B14F-4D97-AF65-F5344CB8AC3E}">
        <p14:creationId xmlns:p14="http://schemas.microsoft.com/office/powerpoint/2010/main" val="3851054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1B430-17C8-A4C1-7D1D-D5FFF2A5FEE9}"/>
              </a:ext>
            </a:extLst>
          </p:cNvPr>
          <p:cNvSpPr>
            <a:spLocks noGrp="1"/>
          </p:cNvSpPr>
          <p:nvPr>
            <p:ph type="title"/>
          </p:nvPr>
        </p:nvSpPr>
        <p:spPr/>
        <p:txBody>
          <a:bodyPr/>
          <a:lstStyle/>
          <a:p>
            <a:r>
              <a:rPr lang="en-US" dirty="0"/>
              <a:t>Project Objectives:</a:t>
            </a:r>
          </a:p>
        </p:txBody>
      </p:sp>
      <p:sp>
        <p:nvSpPr>
          <p:cNvPr id="3" name="Content Placeholder 2">
            <a:extLst>
              <a:ext uri="{FF2B5EF4-FFF2-40B4-BE49-F238E27FC236}">
                <a16:creationId xmlns:a16="http://schemas.microsoft.com/office/drawing/2014/main" id="{3C1C94B6-F98E-008E-0122-5CD342917068}"/>
              </a:ext>
            </a:extLst>
          </p:cNvPr>
          <p:cNvSpPr>
            <a:spLocks noGrp="1"/>
          </p:cNvSpPr>
          <p:nvPr>
            <p:ph idx="1"/>
          </p:nvPr>
        </p:nvSpPr>
        <p:spPr/>
        <p:txBody>
          <a:bodyPr>
            <a:normAutofit/>
          </a:bodyPr>
          <a:lstStyle/>
          <a:p>
            <a:r>
              <a:rPr lang="en-US" sz="2400" dirty="0"/>
              <a:t>The project aims to build a system that helps rationalize the consumption of antibiotics. The best way to rationalize consumption is to monitor the number of patients, the types of diseases they have, and the doses required for the treatment process.</a:t>
            </a:r>
          </a:p>
          <a:p>
            <a:r>
              <a:rPr lang="en-US" sz="2400" dirty="0"/>
              <a:t>Objectives: </a:t>
            </a:r>
          </a:p>
          <a:p>
            <a:r>
              <a:rPr lang="en-US" sz="2000" dirty="0"/>
              <a:t>Insert/update Patient Records</a:t>
            </a:r>
          </a:p>
          <a:p>
            <a:r>
              <a:rPr lang="en-US" sz="1800" dirty="0"/>
              <a:t>Detecting if an antibiotic is being consumed inappropriately</a:t>
            </a:r>
          </a:p>
          <a:p>
            <a:r>
              <a:rPr lang="en-US" sz="1800" dirty="0"/>
              <a:t>Setting appropriate dosage instructions for each patient, according to the case, during the patient registration process</a:t>
            </a:r>
          </a:p>
          <a:p>
            <a:r>
              <a:rPr lang="en-US" sz="1800" dirty="0"/>
              <a:t>Monitoring and extracting patients' statistics at the hospital </a:t>
            </a:r>
          </a:p>
          <a:p>
            <a:r>
              <a:rPr lang="en-US" sz="1800" dirty="0"/>
              <a:t>Monitoring and extracting statistics of antibiotic consumption in the hospital</a:t>
            </a:r>
          </a:p>
        </p:txBody>
      </p:sp>
    </p:spTree>
    <p:extLst>
      <p:ext uri="{BB962C8B-B14F-4D97-AF65-F5344CB8AC3E}">
        <p14:creationId xmlns:p14="http://schemas.microsoft.com/office/powerpoint/2010/main" val="416590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322FA-8805-E81B-B501-CF97FA936E35}"/>
              </a:ext>
            </a:extLst>
          </p:cNvPr>
          <p:cNvSpPr>
            <a:spLocks noGrp="1"/>
          </p:cNvSpPr>
          <p:nvPr>
            <p:ph type="title"/>
          </p:nvPr>
        </p:nvSpPr>
        <p:spPr>
          <a:xfrm>
            <a:off x="838200" y="365127"/>
            <a:ext cx="10386270" cy="440218"/>
          </a:xfrm>
        </p:spPr>
        <p:txBody>
          <a:bodyPr>
            <a:noAutofit/>
          </a:bodyPr>
          <a:lstStyle/>
          <a:p>
            <a:pPr algn="ctr"/>
            <a:r>
              <a:rPr lang="en-US" sz="4000" dirty="0"/>
              <a:t>Usecase</a:t>
            </a:r>
          </a:p>
        </p:txBody>
      </p:sp>
      <p:pic>
        <p:nvPicPr>
          <p:cNvPr id="4" name="Picture 3">
            <a:extLst>
              <a:ext uri="{FF2B5EF4-FFF2-40B4-BE49-F238E27FC236}">
                <a16:creationId xmlns:a16="http://schemas.microsoft.com/office/drawing/2014/main" id="{A1C37441-07D1-09B8-C461-2E6F06620A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20782"/>
            <a:ext cx="11690429" cy="5789361"/>
          </a:xfrm>
          <a:prstGeom prst="rect">
            <a:avLst/>
          </a:prstGeom>
        </p:spPr>
      </p:pic>
    </p:spTree>
    <p:extLst>
      <p:ext uri="{BB962C8B-B14F-4D97-AF65-F5344CB8AC3E}">
        <p14:creationId xmlns:p14="http://schemas.microsoft.com/office/powerpoint/2010/main" val="871226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1B9D1-79C4-C28B-EFD5-1EBDEC15861D}"/>
              </a:ext>
            </a:extLst>
          </p:cNvPr>
          <p:cNvSpPr>
            <a:spLocks noGrp="1"/>
          </p:cNvSpPr>
          <p:nvPr>
            <p:ph type="title"/>
          </p:nvPr>
        </p:nvSpPr>
        <p:spPr>
          <a:xfrm>
            <a:off x="706057" y="138896"/>
            <a:ext cx="10695006" cy="2152649"/>
          </a:xfrm>
        </p:spPr>
        <p:txBody>
          <a:bodyPr>
            <a:normAutofit fontScale="90000"/>
          </a:bodyPr>
          <a:lstStyle/>
          <a:p>
            <a:pPr algn="ctr">
              <a:lnSpc>
                <a:spcPct val="100000"/>
              </a:lnSpc>
            </a:pPr>
            <a:br>
              <a:rPr lang="en-US" dirty="0"/>
            </a:br>
            <a:r>
              <a:rPr lang="en-US" dirty="0"/>
              <a:t>DFD Context </a:t>
            </a:r>
            <a:br>
              <a:rPr lang="en-US" dirty="0"/>
            </a:br>
            <a:r>
              <a:rPr lang="en-US" sz="2700" dirty="0"/>
              <a:t>The base level of DFD on RCA Project shows the main input/output data on general bases, The user is responsible for inserting patients’ data into the system, Whereas the admin can monitor these data and see reports</a:t>
            </a:r>
            <a:br>
              <a:rPr lang="en-US" sz="2700" b="1" dirty="0"/>
            </a:br>
            <a:endParaRPr lang="en-US" sz="2700" b="1" dirty="0"/>
          </a:p>
        </p:txBody>
      </p:sp>
      <p:pic>
        <p:nvPicPr>
          <p:cNvPr id="4" name="Picture 3" descr="Graphical user interface, application&#10;&#10;Description automatically generated">
            <a:extLst>
              <a:ext uri="{FF2B5EF4-FFF2-40B4-BE49-F238E27FC236}">
                <a16:creationId xmlns:a16="http://schemas.microsoft.com/office/drawing/2014/main" id="{FCA6B589-E154-8AF9-ED86-AC3502833E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4550" y="2352675"/>
            <a:ext cx="7962900" cy="2152650"/>
          </a:xfrm>
          <a:prstGeom prst="rect">
            <a:avLst/>
          </a:prstGeom>
        </p:spPr>
      </p:pic>
    </p:spTree>
    <p:extLst>
      <p:ext uri="{BB962C8B-B14F-4D97-AF65-F5344CB8AC3E}">
        <p14:creationId xmlns:p14="http://schemas.microsoft.com/office/powerpoint/2010/main" val="667148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322FA-8805-E81B-B501-CF97FA936E35}"/>
              </a:ext>
            </a:extLst>
          </p:cNvPr>
          <p:cNvSpPr>
            <a:spLocks noGrp="1"/>
          </p:cNvSpPr>
          <p:nvPr>
            <p:ph type="title"/>
          </p:nvPr>
        </p:nvSpPr>
        <p:spPr>
          <a:xfrm>
            <a:off x="838200" y="365127"/>
            <a:ext cx="10386270" cy="440218"/>
          </a:xfrm>
        </p:spPr>
        <p:txBody>
          <a:bodyPr>
            <a:noAutofit/>
          </a:bodyPr>
          <a:lstStyle/>
          <a:p>
            <a:pPr algn="ctr"/>
            <a:r>
              <a:rPr lang="en-US" sz="4000" dirty="0"/>
              <a:t>DFD Level 1</a:t>
            </a:r>
          </a:p>
        </p:txBody>
      </p:sp>
      <p:pic>
        <p:nvPicPr>
          <p:cNvPr id="4" name="Picture 3">
            <a:extLst>
              <a:ext uri="{FF2B5EF4-FFF2-40B4-BE49-F238E27FC236}">
                <a16:creationId xmlns:a16="http://schemas.microsoft.com/office/drawing/2014/main" id="{2FB27C30-B5C8-6B36-8B05-8F557169A7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52966"/>
            <a:ext cx="12192000" cy="5905041"/>
          </a:xfrm>
          <a:prstGeom prst="rect">
            <a:avLst/>
          </a:prstGeom>
        </p:spPr>
      </p:pic>
    </p:spTree>
    <p:extLst>
      <p:ext uri="{BB962C8B-B14F-4D97-AF65-F5344CB8AC3E}">
        <p14:creationId xmlns:p14="http://schemas.microsoft.com/office/powerpoint/2010/main" val="2687758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322FA-8805-E81B-B501-CF97FA936E35}"/>
              </a:ext>
            </a:extLst>
          </p:cNvPr>
          <p:cNvSpPr>
            <a:spLocks noGrp="1"/>
          </p:cNvSpPr>
          <p:nvPr>
            <p:ph type="title"/>
          </p:nvPr>
        </p:nvSpPr>
        <p:spPr>
          <a:xfrm>
            <a:off x="838200" y="365127"/>
            <a:ext cx="10386270" cy="440218"/>
          </a:xfrm>
        </p:spPr>
        <p:txBody>
          <a:bodyPr>
            <a:noAutofit/>
          </a:bodyPr>
          <a:lstStyle/>
          <a:p>
            <a:pPr algn="ctr"/>
            <a:r>
              <a:rPr lang="en-US" sz="4000" dirty="0"/>
              <a:t>Activity</a:t>
            </a:r>
          </a:p>
        </p:txBody>
      </p:sp>
      <p:pic>
        <p:nvPicPr>
          <p:cNvPr id="5" name="Picture 4">
            <a:extLst>
              <a:ext uri="{FF2B5EF4-FFF2-40B4-BE49-F238E27FC236}">
                <a16:creationId xmlns:a16="http://schemas.microsoft.com/office/drawing/2014/main" id="{FEA11F79-6923-4E10-A484-34914A3FA9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02252"/>
            <a:ext cx="12049245" cy="5955748"/>
          </a:xfrm>
          <a:prstGeom prst="rect">
            <a:avLst/>
          </a:prstGeom>
        </p:spPr>
      </p:pic>
    </p:spTree>
    <p:extLst>
      <p:ext uri="{BB962C8B-B14F-4D97-AF65-F5344CB8AC3E}">
        <p14:creationId xmlns:p14="http://schemas.microsoft.com/office/powerpoint/2010/main" val="338389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322FA-8805-E81B-B501-CF97FA936E35}"/>
              </a:ext>
            </a:extLst>
          </p:cNvPr>
          <p:cNvSpPr>
            <a:spLocks noGrp="1"/>
          </p:cNvSpPr>
          <p:nvPr>
            <p:ph type="title"/>
          </p:nvPr>
        </p:nvSpPr>
        <p:spPr>
          <a:xfrm>
            <a:off x="838200" y="365127"/>
            <a:ext cx="10386270" cy="440218"/>
          </a:xfrm>
        </p:spPr>
        <p:txBody>
          <a:bodyPr>
            <a:noAutofit/>
          </a:bodyPr>
          <a:lstStyle/>
          <a:p>
            <a:pPr algn="ctr"/>
            <a:r>
              <a:rPr lang="en-US" sz="4000" dirty="0"/>
              <a:t>Insert Patient Sequence</a:t>
            </a:r>
          </a:p>
        </p:txBody>
      </p:sp>
      <p:pic>
        <p:nvPicPr>
          <p:cNvPr id="4" name="Picture 3">
            <a:extLst>
              <a:ext uri="{FF2B5EF4-FFF2-40B4-BE49-F238E27FC236}">
                <a16:creationId xmlns:a16="http://schemas.microsoft.com/office/drawing/2014/main" id="{65E773A6-34D1-A4E5-931D-C8D374D72D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05346"/>
            <a:ext cx="12002947" cy="5687528"/>
          </a:xfrm>
          <a:prstGeom prst="rect">
            <a:avLst/>
          </a:prstGeom>
        </p:spPr>
      </p:pic>
    </p:spTree>
    <p:extLst>
      <p:ext uri="{BB962C8B-B14F-4D97-AF65-F5344CB8AC3E}">
        <p14:creationId xmlns:p14="http://schemas.microsoft.com/office/powerpoint/2010/main" val="1091868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322FA-8805-E81B-B501-CF97FA936E35}"/>
              </a:ext>
            </a:extLst>
          </p:cNvPr>
          <p:cNvSpPr>
            <a:spLocks noGrp="1"/>
          </p:cNvSpPr>
          <p:nvPr>
            <p:ph type="title"/>
          </p:nvPr>
        </p:nvSpPr>
        <p:spPr>
          <a:xfrm>
            <a:off x="838200" y="365127"/>
            <a:ext cx="10386270" cy="440218"/>
          </a:xfrm>
        </p:spPr>
        <p:txBody>
          <a:bodyPr>
            <a:noAutofit/>
          </a:bodyPr>
          <a:lstStyle/>
          <a:p>
            <a:pPr algn="ctr"/>
            <a:r>
              <a:rPr lang="en-US" sz="4000" dirty="0"/>
              <a:t>Insert Patient Sequence - </a:t>
            </a:r>
            <a:r>
              <a:rPr lang="en-US" sz="4000" dirty="0" err="1"/>
              <a:t>Cont</a:t>
            </a:r>
            <a:endParaRPr lang="en-US" sz="4000" dirty="0"/>
          </a:p>
        </p:txBody>
      </p:sp>
      <p:pic>
        <p:nvPicPr>
          <p:cNvPr id="5" name="Picture 4">
            <a:extLst>
              <a:ext uri="{FF2B5EF4-FFF2-40B4-BE49-F238E27FC236}">
                <a16:creationId xmlns:a16="http://schemas.microsoft.com/office/drawing/2014/main" id="{96F9FAC8-EBCD-A3A5-587F-8AFB6B47D5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195" y="805345"/>
            <a:ext cx="12639554" cy="5974755"/>
          </a:xfrm>
          <a:prstGeom prst="rect">
            <a:avLst/>
          </a:prstGeom>
        </p:spPr>
      </p:pic>
    </p:spTree>
    <p:extLst>
      <p:ext uri="{BB962C8B-B14F-4D97-AF65-F5344CB8AC3E}">
        <p14:creationId xmlns:p14="http://schemas.microsoft.com/office/powerpoint/2010/main" val="714966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55729-76D4-2CDE-B7CB-9CF25DC73742}"/>
              </a:ext>
            </a:extLst>
          </p:cNvPr>
          <p:cNvSpPr>
            <a:spLocks noGrp="1"/>
          </p:cNvSpPr>
          <p:nvPr>
            <p:ph type="title"/>
          </p:nvPr>
        </p:nvSpPr>
        <p:spPr>
          <a:xfrm>
            <a:off x="838200" y="365126"/>
            <a:ext cx="10515600" cy="479826"/>
          </a:xfrm>
        </p:spPr>
        <p:txBody>
          <a:bodyPr>
            <a:normAutofit fontScale="90000"/>
          </a:bodyPr>
          <a:lstStyle/>
          <a:p>
            <a:r>
              <a:rPr lang="en-US" dirty="0"/>
              <a:t>ERD</a:t>
            </a:r>
          </a:p>
        </p:txBody>
      </p:sp>
      <p:pic>
        <p:nvPicPr>
          <p:cNvPr id="4" name="Picture 3" descr="Diagram&#10;&#10;Description automatically generated">
            <a:extLst>
              <a:ext uri="{FF2B5EF4-FFF2-40B4-BE49-F238E27FC236}">
                <a16:creationId xmlns:a16="http://schemas.microsoft.com/office/drawing/2014/main" id="{3FFDB44A-0E9F-311E-6BF0-24983A078B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771" y="844952"/>
            <a:ext cx="11995228" cy="6013047"/>
          </a:xfrm>
          <a:prstGeom prst="rect">
            <a:avLst/>
          </a:prstGeom>
        </p:spPr>
      </p:pic>
    </p:spTree>
    <p:extLst>
      <p:ext uri="{BB962C8B-B14F-4D97-AF65-F5344CB8AC3E}">
        <p14:creationId xmlns:p14="http://schemas.microsoft.com/office/powerpoint/2010/main" val="3347024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FF6525-5121-B977-2365-8FC2DA19E0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755"/>
            <a:ext cx="12192000" cy="6754245"/>
          </a:xfrm>
          <a:prstGeom prst="rect">
            <a:avLst/>
          </a:prstGeom>
        </p:spPr>
      </p:pic>
      <p:sp>
        <p:nvSpPr>
          <p:cNvPr id="2" name="Title 1">
            <a:extLst>
              <a:ext uri="{FF2B5EF4-FFF2-40B4-BE49-F238E27FC236}">
                <a16:creationId xmlns:a16="http://schemas.microsoft.com/office/drawing/2014/main" id="{100322FA-8805-E81B-B501-CF97FA936E35}"/>
              </a:ext>
            </a:extLst>
          </p:cNvPr>
          <p:cNvSpPr>
            <a:spLocks noGrp="1"/>
          </p:cNvSpPr>
          <p:nvPr>
            <p:ph type="title"/>
          </p:nvPr>
        </p:nvSpPr>
        <p:spPr>
          <a:xfrm>
            <a:off x="-2129286" y="103755"/>
            <a:ext cx="10386270" cy="606700"/>
          </a:xfrm>
        </p:spPr>
        <p:txBody>
          <a:bodyPr>
            <a:noAutofit/>
          </a:bodyPr>
          <a:lstStyle/>
          <a:p>
            <a:pPr algn="ctr"/>
            <a:r>
              <a:rPr lang="en-US" sz="4000" dirty="0"/>
              <a:t>        Entity Relationship Diagram(ERD)</a:t>
            </a:r>
          </a:p>
        </p:txBody>
      </p:sp>
    </p:spTree>
    <p:extLst>
      <p:ext uri="{BB962C8B-B14F-4D97-AF65-F5344CB8AC3E}">
        <p14:creationId xmlns:p14="http://schemas.microsoft.com/office/powerpoint/2010/main" val="3493340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23647-4AD9-B450-730F-F391773B24E6}"/>
              </a:ext>
            </a:extLst>
          </p:cNvPr>
          <p:cNvSpPr>
            <a:spLocks noGrp="1"/>
          </p:cNvSpPr>
          <p:nvPr>
            <p:ph type="title"/>
          </p:nvPr>
        </p:nvSpPr>
        <p:spPr/>
        <p:txBody>
          <a:bodyPr/>
          <a:lstStyle/>
          <a:p>
            <a:pPr algn="ctr"/>
            <a:r>
              <a:rPr lang="en-US" dirty="0"/>
              <a:t>APP Design</a:t>
            </a:r>
          </a:p>
        </p:txBody>
      </p:sp>
      <p:pic>
        <p:nvPicPr>
          <p:cNvPr id="4" name="Picture 3" descr="Graphical user interface, application&#10;&#10;Description automatically generated">
            <a:extLst>
              <a:ext uri="{FF2B5EF4-FFF2-40B4-BE49-F238E27FC236}">
                <a16:creationId xmlns:a16="http://schemas.microsoft.com/office/drawing/2014/main" id="{0B447FBB-A2A7-85B0-AADA-43363CC4A5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7777" y="1782502"/>
            <a:ext cx="8861425" cy="3923818"/>
          </a:xfrm>
          <a:prstGeom prst="rect">
            <a:avLst/>
          </a:prstGeom>
        </p:spPr>
      </p:pic>
    </p:spTree>
    <p:extLst>
      <p:ext uri="{BB962C8B-B14F-4D97-AF65-F5344CB8AC3E}">
        <p14:creationId xmlns:p14="http://schemas.microsoft.com/office/powerpoint/2010/main" val="4207119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EC2C-3EA4-8CE5-BCB3-F4B1854E529F}"/>
              </a:ext>
            </a:extLst>
          </p:cNvPr>
          <p:cNvSpPr>
            <a:spLocks noGrp="1"/>
          </p:cNvSpPr>
          <p:nvPr>
            <p:ph type="title"/>
          </p:nvPr>
        </p:nvSpPr>
        <p:spPr/>
        <p:txBody>
          <a:bodyPr/>
          <a:lstStyle/>
          <a:p>
            <a:endParaRPr lang="en-US"/>
          </a:p>
        </p:txBody>
      </p:sp>
      <p:pic>
        <p:nvPicPr>
          <p:cNvPr id="4" name="Picture 3" descr="Graphical user interface, application&#10;&#10;Description automatically generated">
            <a:extLst>
              <a:ext uri="{FF2B5EF4-FFF2-40B4-BE49-F238E27FC236}">
                <a16:creationId xmlns:a16="http://schemas.microsoft.com/office/drawing/2014/main" id="{E1E37519-0C07-5A73-3ABC-E850F466AC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61700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81F50-088B-144D-1259-AC6C4F83F8CE}"/>
              </a:ext>
            </a:extLst>
          </p:cNvPr>
          <p:cNvSpPr>
            <a:spLocks noGrp="1"/>
          </p:cNvSpPr>
          <p:nvPr>
            <p:ph type="title"/>
          </p:nvPr>
        </p:nvSpPr>
        <p:spPr/>
        <p:txBody>
          <a:bodyPr/>
          <a:lstStyle/>
          <a:p>
            <a:endParaRPr lang="en-US"/>
          </a:p>
        </p:txBody>
      </p:sp>
      <p:pic>
        <p:nvPicPr>
          <p:cNvPr id="4" name="Picture 3" descr="Graphical user interface, application&#10;&#10;Description automatically generated">
            <a:extLst>
              <a:ext uri="{FF2B5EF4-FFF2-40B4-BE49-F238E27FC236}">
                <a16:creationId xmlns:a16="http://schemas.microsoft.com/office/drawing/2014/main" id="{507CE562-831D-BE09-9018-A3C152A52B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306944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24AA0-8D01-C150-8EB3-246E70636AEB}"/>
              </a:ext>
            </a:extLst>
          </p:cNvPr>
          <p:cNvSpPr>
            <a:spLocks noGrp="1"/>
          </p:cNvSpPr>
          <p:nvPr>
            <p:ph type="title"/>
          </p:nvPr>
        </p:nvSpPr>
        <p:spPr/>
        <p:txBody>
          <a:bodyPr/>
          <a:lstStyle/>
          <a:p>
            <a:endParaRPr lang="en-US"/>
          </a:p>
        </p:txBody>
      </p:sp>
      <p:pic>
        <p:nvPicPr>
          <p:cNvPr id="4" name="Picture 3" descr="Graphical user interface, application&#10;&#10;Description automatically generated">
            <a:extLst>
              <a:ext uri="{FF2B5EF4-FFF2-40B4-BE49-F238E27FC236}">
                <a16:creationId xmlns:a16="http://schemas.microsoft.com/office/drawing/2014/main" id="{10EEEA3B-2BAD-DBED-12B2-6F40A8A3C5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79629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7951F-2038-A148-637D-A8E81B58E5BA}"/>
              </a:ext>
            </a:extLst>
          </p:cNvPr>
          <p:cNvSpPr>
            <a:spLocks noGrp="1"/>
          </p:cNvSpPr>
          <p:nvPr>
            <p:ph type="title"/>
          </p:nvPr>
        </p:nvSpPr>
        <p:spPr/>
        <p:txBody>
          <a:bodyPr/>
          <a:lstStyle/>
          <a:p>
            <a:endParaRPr lang="en-US"/>
          </a:p>
        </p:txBody>
      </p:sp>
      <p:pic>
        <p:nvPicPr>
          <p:cNvPr id="4" name="Picture 3" descr="Graphical user interface, application&#10;&#10;Description automatically generated">
            <a:extLst>
              <a:ext uri="{FF2B5EF4-FFF2-40B4-BE49-F238E27FC236}">
                <a16:creationId xmlns:a16="http://schemas.microsoft.com/office/drawing/2014/main" id="{1355C231-E1E2-CC4E-1AFA-4742FC3029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25108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FF17C-9A59-B1CA-B17B-4AA3E7C0CAD4}"/>
              </a:ext>
            </a:extLst>
          </p:cNvPr>
          <p:cNvSpPr>
            <a:spLocks noGrp="1"/>
          </p:cNvSpPr>
          <p:nvPr>
            <p:ph type="title"/>
          </p:nvPr>
        </p:nvSpPr>
        <p:spPr/>
        <p:txBody>
          <a:bodyPr>
            <a:normAutofit/>
          </a:bodyPr>
          <a:lstStyle/>
          <a:p>
            <a:pPr algn="ctr"/>
            <a:r>
              <a:rPr lang="en-US" sz="4000" dirty="0">
                <a:effectLst/>
                <a:latin typeface="Calibri" panose="020F0502020204030204" pitchFamily="34" charset="0"/>
                <a:ea typeface="Calibri" panose="020F0502020204030204" pitchFamily="34" charset="0"/>
                <a:cs typeface="Arial" panose="020B0604020202020204" pitchFamily="34" charset="0"/>
              </a:rPr>
              <a:t>Tools</a:t>
            </a:r>
            <a:br>
              <a:rPr lang="en-US" sz="1800" dirty="0">
                <a:effectLst/>
                <a:latin typeface="Calibri" panose="020F0502020204030204" pitchFamily="34" charset="0"/>
                <a:ea typeface="Calibri" panose="020F0502020204030204" pitchFamily="34" charset="0"/>
                <a:cs typeface="Arial" panose="020B0604020202020204" pitchFamily="34" charset="0"/>
              </a:rPr>
            </a:br>
            <a:endParaRPr lang="en-US" dirty="0"/>
          </a:p>
        </p:txBody>
      </p:sp>
      <p:sp>
        <p:nvSpPr>
          <p:cNvPr id="4" name="TextBox 3">
            <a:extLst>
              <a:ext uri="{FF2B5EF4-FFF2-40B4-BE49-F238E27FC236}">
                <a16:creationId xmlns:a16="http://schemas.microsoft.com/office/drawing/2014/main" id="{77EC46FF-216F-A02C-B88A-AEA8128884CA}"/>
              </a:ext>
            </a:extLst>
          </p:cNvPr>
          <p:cNvSpPr txBox="1"/>
          <p:nvPr/>
        </p:nvSpPr>
        <p:spPr>
          <a:xfrm>
            <a:off x="532435" y="1215342"/>
            <a:ext cx="8657864" cy="5627053"/>
          </a:xfrm>
          <a:prstGeom prst="rect">
            <a:avLst/>
          </a:prstGeom>
          <a:noFill/>
        </p:spPr>
        <p:txBody>
          <a:bodyPr wrap="square">
            <a:spAutoFit/>
          </a:bodyPr>
          <a:lstStyle/>
          <a:p>
            <a:pPr marL="0" marR="0">
              <a:lnSpc>
                <a:spcPct val="107000"/>
              </a:lnSpc>
              <a:spcBef>
                <a:spcPts val="0"/>
              </a:spcBef>
              <a:spcAft>
                <a:spcPts val="800"/>
              </a:spcAft>
            </a:pPr>
            <a:r>
              <a:rPr lang="en-US" sz="2400" b="1" dirty="0">
                <a:effectLst/>
                <a:latin typeface="Calibri" panose="020F0502020204030204" pitchFamily="34" charset="0"/>
                <a:ea typeface="Calibri" panose="020F0502020204030204" pitchFamily="34" charset="0"/>
                <a:cs typeface="Arial" panose="020B0604020202020204" pitchFamily="34" charset="0"/>
              </a:rPr>
              <a:t>Front-end :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Arial" panose="020B0604020202020204" pitchFamily="34" charset="0"/>
              </a:rPr>
              <a:t>html5 ,</a:t>
            </a: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dirty="0">
                <a:latin typeface="Calibri" panose="020F0502020204030204" pitchFamily="34" charset="0"/>
                <a:cs typeface="Arial" panose="020B0604020202020204" pitchFamily="34" charset="0"/>
              </a:rPr>
              <a:t>css3, JavaScript</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285750" marR="0" indent="-285750">
              <a:lnSpc>
                <a:spcPct val="107000"/>
              </a:lnSpc>
              <a:spcBef>
                <a:spcPts val="0"/>
              </a:spcBef>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Arial" panose="020B0604020202020204" pitchFamily="34" charset="0"/>
              </a:rPr>
              <a:t>jQuery</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285750" marR="0" indent="-285750">
              <a:lnSpc>
                <a:spcPct val="107000"/>
              </a:lnSpc>
              <a:spcBef>
                <a:spcPts val="0"/>
              </a:spcBef>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Arial" panose="020B0604020202020204" pitchFamily="34" charset="0"/>
              </a:rPr>
              <a:t>bootstrap</a:t>
            </a:r>
          </a:p>
          <a:p>
            <a:pPr marL="285750" marR="0" indent="-285750">
              <a:lnSpc>
                <a:spcPct val="107000"/>
              </a:lnSpc>
              <a:spcBef>
                <a:spcPts val="0"/>
              </a:spcBef>
              <a:spcAft>
                <a:spcPts val="800"/>
              </a:spcAft>
              <a:buFont typeface="Arial" panose="020B0604020202020204" pitchFamily="34" charset="0"/>
              <a:buChar char="•"/>
            </a:pPr>
            <a:r>
              <a:rPr lang="en-US" dirty="0">
                <a:latin typeface="Calibri" panose="020F0502020204030204" pitchFamily="34" charset="0"/>
                <a:cs typeface="Arial" panose="020B0604020202020204" pitchFamily="34" charset="0"/>
              </a:rPr>
              <a:t>flutter</a:t>
            </a:r>
          </a:p>
          <a:p>
            <a:pPr marL="0" marR="0">
              <a:lnSpc>
                <a:spcPct val="107000"/>
              </a:lnSpc>
              <a:spcBef>
                <a:spcPts val="0"/>
              </a:spcBef>
              <a:spcAft>
                <a:spcPts val="8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400" b="1" dirty="0">
                <a:effectLst/>
                <a:latin typeface="Calibri" panose="020F0502020204030204" pitchFamily="34" charset="0"/>
                <a:ea typeface="Calibri" panose="020F0502020204030204" pitchFamily="34" charset="0"/>
                <a:cs typeface="Arial" panose="020B0604020202020204" pitchFamily="34" charset="0"/>
              </a:rPr>
              <a:t>Back-end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lnSpc>
                <a:spcPct val="107000"/>
              </a:lnSpc>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Arial" panose="020B0604020202020204" pitchFamily="34" charset="0"/>
              </a:rPr>
              <a:t>Laravel</a:t>
            </a: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err="1">
                <a:effectLst/>
                <a:latin typeface="Calibri" panose="020F0502020204030204" pitchFamily="34" charset="0"/>
                <a:ea typeface="Calibri" panose="020F0502020204030204" pitchFamily="34" charset="0"/>
                <a:cs typeface="Arial" panose="020B0604020202020204" pitchFamily="34" charset="0"/>
              </a:rPr>
              <a:t>Php</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285750" marR="0" lvl="0" indent="-285750">
              <a:lnSpc>
                <a:spcPct val="107000"/>
              </a:lnSpc>
              <a:spcBef>
                <a:spcPts val="0"/>
              </a:spcBef>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Arial" panose="020B0604020202020204" pitchFamily="34" charset="0"/>
              </a:rPr>
              <a:t>SQL</a:t>
            </a:r>
          </a:p>
          <a:p>
            <a:pPr marL="285750" marR="0" lvl="0" indent="-285750">
              <a:lnSpc>
                <a:spcPct val="107000"/>
              </a:lnSpc>
              <a:spcBef>
                <a:spcPts val="0"/>
              </a:spcBef>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Arial" panose="020B0604020202020204" pitchFamily="34" charset="0"/>
              </a:rPr>
              <a:t>REST API</a:t>
            </a:r>
          </a:p>
          <a:p>
            <a:pPr marR="0" lvl="0">
              <a:lnSpc>
                <a:spcPct val="107000"/>
              </a:lnSpc>
              <a:spcBef>
                <a:spcPts val="0"/>
              </a:spcBef>
              <a:spcAft>
                <a:spcPts val="800"/>
              </a:spcAft>
            </a:pPr>
            <a:endParaRPr lang="en-US" dirty="0">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pPr>
            <a:r>
              <a:rPr lang="en-US" sz="2400" b="1" dirty="0">
                <a:latin typeface="Calibri" panose="020F0502020204030204" pitchFamily="34" charset="0"/>
                <a:cs typeface="Arial" panose="020B0604020202020204" pitchFamily="34" charset="0"/>
              </a:rPr>
              <a:t>Version Control</a:t>
            </a:r>
          </a:p>
          <a:p>
            <a:pPr marL="285750" lvl="0" indent="-285750">
              <a:lnSpc>
                <a:spcPct val="107000"/>
              </a:lnSpc>
              <a:spcAft>
                <a:spcPts val="800"/>
              </a:spcAft>
              <a:buFont typeface="Arial" panose="020B0604020202020204" pitchFamily="34" charset="0"/>
              <a:buChar char="•"/>
            </a:pPr>
            <a:r>
              <a:rPr lang="en-US" dirty="0">
                <a:latin typeface="Calibri" panose="020F0502020204030204" pitchFamily="34" charset="0"/>
                <a:cs typeface="Arial" panose="020B0604020202020204" pitchFamily="34" charset="0"/>
              </a:rPr>
              <a:t>git</a:t>
            </a:r>
          </a:p>
          <a:p>
            <a:pPr marR="0" lvl="0">
              <a:lnSpc>
                <a:spcPct val="107000"/>
              </a:lnSpc>
              <a:spcBef>
                <a:spcPts val="0"/>
              </a:spcBef>
              <a:spcAft>
                <a:spcPts val="8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993608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499E2-8390-C51D-2202-316BBC41912B}"/>
              </a:ext>
            </a:extLst>
          </p:cNvPr>
          <p:cNvSpPr>
            <a:spLocks noGrp="1"/>
          </p:cNvSpPr>
          <p:nvPr>
            <p:ph type="ctrTitle"/>
          </p:nvPr>
        </p:nvSpPr>
        <p:spPr>
          <a:xfrm>
            <a:off x="1524000" y="1122363"/>
            <a:ext cx="9144000" cy="890995"/>
          </a:xfrm>
        </p:spPr>
        <p:txBody>
          <a:bodyPr>
            <a:normAutofit fontScale="90000"/>
          </a:bodyPr>
          <a:lstStyle/>
          <a:p>
            <a:r>
              <a:rPr lang="en-US" dirty="0"/>
              <a:t>System Conclusion</a:t>
            </a:r>
          </a:p>
        </p:txBody>
      </p:sp>
      <p:sp>
        <p:nvSpPr>
          <p:cNvPr id="3" name="Subtitle 2">
            <a:extLst>
              <a:ext uri="{FF2B5EF4-FFF2-40B4-BE49-F238E27FC236}">
                <a16:creationId xmlns:a16="http://schemas.microsoft.com/office/drawing/2014/main" id="{919F2723-CE1D-0147-CD20-242EF25D9533}"/>
              </a:ext>
            </a:extLst>
          </p:cNvPr>
          <p:cNvSpPr>
            <a:spLocks noGrp="1"/>
          </p:cNvSpPr>
          <p:nvPr>
            <p:ph type="subTitle" idx="1"/>
          </p:nvPr>
        </p:nvSpPr>
        <p:spPr>
          <a:xfrm>
            <a:off x="1524000" y="2365695"/>
            <a:ext cx="9144000" cy="3263317"/>
          </a:xfrm>
        </p:spPr>
        <p:txBody>
          <a:bodyPr>
            <a:normAutofit/>
          </a:bodyPr>
          <a:lstStyle/>
          <a:p>
            <a:pPr marL="342900" indent="-342900" algn="l">
              <a:buFont typeface="Arial" panose="020B0604020202020204" pitchFamily="34" charset="0"/>
              <a:buChar char="•"/>
            </a:pPr>
            <a:r>
              <a:rPr lang="en-US" dirty="0"/>
              <a:t>Admin can create many users with different permissions</a:t>
            </a:r>
          </a:p>
          <a:p>
            <a:pPr marL="342900" indent="-342900" algn="l">
              <a:buFont typeface="Arial" panose="020B0604020202020204" pitchFamily="34" charset="0"/>
              <a:buChar char="•"/>
            </a:pPr>
            <a:r>
              <a:rPr lang="en-US" dirty="0"/>
              <a:t>Users can Fill &amp; Update patient’s forms </a:t>
            </a:r>
          </a:p>
          <a:p>
            <a:pPr marL="342900" indent="-342900" algn="l">
              <a:buFont typeface="Arial" panose="020B0604020202020204" pitchFamily="34" charset="0"/>
              <a:buChar char="•"/>
            </a:pPr>
            <a:r>
              <a:rPr lang="en-US" dirty="0"/>
              <a:t>Admin or Authorized users can monitor consumption statistics</a:t>
            </a:r>
          </a:p>
          <a:p>
            <a:pPr marL="342900" indent="-342900" algn="l">
              <a:buFont typeface="Arial" panose="020B0604020202020204" pitchFamily="34" charset="0"/>
              <a:buChar char="•"/>
            </a:pPr>
            <a:r>
              <a:rPr lang="en-US" dirty="0"/>
              <a:t>Admin or Authorized users can send system announcements </a:t>
            </a:r>
          </a:p>
          <a:p>
            <a:pPr marL="342900" indent="-342900" algn="l">
              <a:buFont typeface="Arial" panose="020B0604020202020204" pitchFamily="34" charset="0"/>
              <a:buChar char="•"/>
            </a:pPr>
            <a:r>
              <a:rPr lang="en-US" dirty="0"/>
              <a:t>Admin can track users activities</a:t>
            </a:r>
          </a:p>
          <a:p>
            <a:pPr marL="342900" indent="-342900" algn="l">
              <a:buFont typeface="Arial" panose="020B0604020202020204" pitchFamily="34" charset="0"/>
              <a:buChar char="•"/>
            </a:pPr>
            <a:r>
              <a:rPr lang="en-US" dirty="0"/>
              <a:t>Admin can insert/update system data ( Departments, Bacteria Types, Antibiotic Types )</a:t>
            </a:r>
          </a:p>
        </p:txBody>
      </p:sp>
    </p:spTree>
    <p:extLst>
      <p:ext uri="{BB962C8B-B14F-4D97-AF65-F5344CB8AC3E}">
        <p14:creationId xmlns:p14="http://schemas.microsoft.com/office/powerpoint/2010/main" val="2994173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499E2-8390-C51D-2202-316BBC41912B}"/>
              </a:ext>
            </a:extLst>
          </p:cNvPr>
          <p:cNvSpPr>
            <a:spLocks noGrp="1"/>
          </p:cNvSpPr>
          <p:nvPr>
            <p:ph type="ctrTitle"/>
          </p:nvPr>
        </p:nvSpPr>
        <p:spPr>
          <a:xfrm>
            <a:off x="1524000" y="1122363"/>
            <a:ext cx="9144000" cy="890995"/>
          </a:xfrm>
        </p:spPr>
        <p:txBody>
          <a:bodyPr>
            <a:normAutofit fontScale="90000"/>
          </a:bodyPr>
          <a:lstStyle/>
          <a:p>
            <a:r>
              <a:rPr lang="en-US" dirty="0"/>
              <a:t>Future Work</a:t>
            </a:r>
          </a:p>
        </p:txBody>
      </p:sp>
      <p:sp>
        <p:nvSpPr>
          <p:cNvPr id="3" name="Subtitle 2">
            <a:extLst>
              <a:ext uri="{FF2B5EF4-FFF2-40B4-BE49-F238E27FC236}">
                <a16:creationId xmlns:a16="http://schemas.microsoft.com/office/drawing/2014/main" id="{919F2723-CE1D-0147-CD20-242EF25D9533}"/>
              </a:ext>
            </a:extLst>
          </p:cNvPr>
          <p:cNvSpPr>
            <a:spLocks noGrp="1"/>
          </p:cNvSpPr>
          <p:nvPr>
            <p:ph type="subTitle" idx="1"/>
          </p:nvPr>
        </p:nvSpPr>
        <p:spPr>
          <a:xfrm>
            <a:off x="1524000" y="2365695"/>
            <a:ext cx="9144000" cy="3263317"/>
          </a:xfrm>
        </p:spPr>
        <p:txBody>
          <a:bodyPr>
            <a:normAutofit/>
          </a:bodyPr>
          <a:lstStyle/>
          <a:p>
            <a:pPr marL="457200" indent="-457200" algn="l">
              <a:buFont typeface="Arial" panose="020B0604020202020204" pitchFamily="34" charset="0"/>
              <a:buChar char="•"/>
            </a:pPr>
            <a:r>
              <a:rPr lang="en-US" sz="3200" dirty="0"/>
              <a:t>Work on Statistics page, where users can monitor consumption statistics filtered by ( Date, Departments, Antibiotic Type, Bacteria Type)</a:t>
            </a:r>
          </a:p>
          <a:p>
            <a:pPr marL="457200" indent="-457200" algn="l">
              <a:buFont typeface="Arial" panose="020B0604020202020204" pitchFamily="34" charset="0"/>
              <a:buChar char="•"/>
            </a:pPr>
            <a:r>
              <a:rPr lang="en-US" sz="3200" dirty="0"/>
              <a:t>Work on Mobile Application version of the system</a:t>
            </a:r>
          </a:p>
          <a:p>
            <a:pPr marL="457200" indent="-457200" algn="l">
              <a:buFont typeface="Arial" panose="020B0604020202020204" pitchFamily="34" charset="0"/>
              <a:buChar char="•"/>
            </a:pPr>
            <a:r>
              <a:rPr lang="en-US" sz="3200" dirty="0"/>
              <a:t>Work on system deployment</a:t>
            </a:r>
          </a:p>
          <a:p>
            <a:pPr marL="342900" indent="-342900" algn="l">
              <a:buFontTx/>
              <a:buChar char="-"/>
            </a:pPr>
            <a:endParaRPr lang="en-US" dirty="0"/>
          </a:p>
        </p:txBody>
      </p:sp>
    </p:spTree>
    <p:extLst>
      <p:ext uri="{BB962C8B-B14F-4D97-AF65-F5344CB8AC3E}">
        <p14:creationId xmlns:p14="http://schemas.microsoft.com/office/powerpoint/2010/main" val="1841992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AB317-7C3A-54E8-9EB6-4B94DCD26DA8}"/>
              </a:ext>
            </a:extLst>
          </p:cNvPr>
          <p:cNvSpPr>
            <a:spLocks noGrp="1"/>
          </p:cNvSpPr>
          <p:nvPr>
            <p:ph type="title"/>
          </p:nvPr>
        </p:nvSpPr>
        <p:spPr/>
        <p:txBody>
          <a:bodyPr>
            <a:normAutofit fontScale="90000"/>
          </a:bodyPr>
          <a:lstStyle/>
          <a:p>
            <a:pPr algn="ct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sz="10700" dirty="0">
                <a:latin typeface="Algerian" panose="04020705040A02060702" pitchFamily="82" charset="0"/>
              </a:rPr>
              <a:t>Any Question ?</a:t>
            </a:r>
          </a:p>
        </p:txBody>
      </p:sp>
      <p:sp>
        <p:nvSpPr>
          <p:cNvPr id="3" name="Content Placeholder 2">
            <a:extLst>
              <a:ext uri="{FF2B5EF4-FFF2-40B4-BE49-F238E27FC236}">
                <a16:creationId xmlns:a16="http://schemas.microsoft.com/office/drawing/2014/main" id="{D95181A4-FF84-7C71-4529-E1E273019514}"/>
              </a:ext>
            </a:extLst>
          </p:cNvPr>
          <p:cNvSpPr>
            <a:spLocks noGrp="1"/>
          </p:cNvSpPr>
          <p:nvPr>
            <p:ph idx="1"/>
          </p:nvPr>
        </p:nvSpPr>
        <p:spPr>
          <a:xfrm flipH="1">
            <a:off x="11353799" y="6123007"/>
            <a:ext cx="45719" cy="53955"/>
          </a:xfrm>
        </p:spPr>
        <p:txBody>
          <a:bodyPr>
            <a:normAutofit fontScale="25000" lnSpcReduction="20000"/>
          </a:bodyPr>
          <a:lstStyle/>
          <a:p>
            <a:endParaRPr lang="en-US" dirty="0"/>
          </a:p>
        </p:txBody>
      </p:sp>
    </p:spTree>
    <p:extLst>
      <p:ext uri="{BB962C8B-B14F-4D97-AF65-F5344CB8AC3E}">
        <p14:creationId xmlns:p14="http://schemas.microsoft.com/office/powerpoint/2010/main" val="34232853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E61C9-AB28-2CB6-F22A-2822A70B936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641DBB8-A1D0-168F-CBAA-68B847247331}"/>
              </a:ext>
            </a:extLst>
          </p:cNvPr>
          <p:cNvSpPr>
            <a:spLocks noGrp="1"/>
          </p:cNvSpPr>
          <p:nvPr>
            <p:ph idx="1"/>
          </p:nvPr>
        </p:nvSpPr>
        <p:spPr/>
        <p:txBody>
          <a:bodyPr/>
          <a:lstStyle/>
          <a:p>
            <a:r>
              <a:rPr lang="en-US" dirty="0"/>
              <a:t>                             </a:t>
            </a:r>
          </a:p>
        </p:txBody>
      </p:sp>
    </p:spTree>
    <p:extLst>
      <p:ext uri="{BB962C8B-B14F-4D97-AF65-F5344CB8AC3E}">
        <p14:creationId xmlns:p14="http://schemas.microsoft.com/office/powerpoint/2010/main" val="34016966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225</TotalTime>
  <Words>451</Words>
  <Application>Microsoft Office PowerPoint</Application>
  <PresentationFormat>Widescreen</PresentationFormat>
  <Paragraphs>59</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Algerian</vt:lpstr>
      <vt:lpstr>Arial</vt:lpstr>
      <vt:lpstr>Calibri</vt:lpstr>
      <vt:lpstr>Calibri Light</vt:lpstr>
      <vt:lpstr>Symbol</vt:lpstr>
      <vt:lpstr>Office Theme</vt:lpstr>
      <vt:lpstr>  </vt:lpstr>
      <vt:lpstr>Student Names:                                               Department Mohamed Said Abdel Fattah                                                CS Ahmed Mohamed Ismail                                                       CS Ali Ahmed Ali                                                                            IS Arafa Ahmed Salem                                                                 IS Rady Mohamed Rady                                                              CS Alaa Abdullah Tawfik                                                               IS </vt:lpstr>
      <vt:lpstr>Problem Statement:</vt:lpstr>
      <vt:lpstr>Project Objectives:</vt:lpstr>
      <vt:lpstr>Usecase</vt:lpstr>
      <vt:lpstr> DFD Context  The base level of DFD on RCA Project shows the main input/output data on general bases, The user is responsible for inserting patients’ data into the system, Whereas the admin can monitor these data and see reports </vt:lpstr>
      <vt:lpstr>DFD Level 1</vt:lpstr>
      <vt:lpstr>Activity</vt:lpstr>
      <vt:lpstr>Insert Patient Sequence</vt:lpstr>
      <vt:lpstr>Insert Patient Sequence - Cont</vt:lpstr>
      <vt:lpstr>ERD</vt:lpstr>
      <vt:lpstr>        Entity Relationship Diagram(ERD)</vt:lpstr>
      <vt:lpstr>APP Design</vt:lpstr>
      <vt:lpstr>PowerPoint Presentation</vt:lpstr>
      <vt:lpstr>PowerPoint Presentation</vt:lpstr>
      <vt:lpstr>PowerPoint Presentation</vt:lpstr>
      <vt:lpstr>PowerPoint Presentation</vt:lpstr>
      <vt:lpstr>Tools </vt:lpstr>
      <vt:lpstr>System Conclusion</vt:lpstr>
      <vt:lpstr>Future Work</vt:lpstr>
      <vt:lpstr>         Any Question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Ahmed Agha</dc:creator>
  <cp:lastModifiedBy>Mohamed Said</cp:lastModifiedBy>
  <cp:revision>13</cp:revision>
  <dcterms:created xsi:type="dcterms:W3CDTF">2023-02-11T15:44:03Z</dcterms:created>
  <dcterms:modified xsi:type="dcterms:W3CDTF">2023-05-06T12:35:52Z</dcterms:modified>
</cp:coreProperties>
</file>