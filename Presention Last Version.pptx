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8" r:id="rId1"/>
  </p:sldMasterIdLst>
  <p:sldIdLst>
    <p:sldId id="293" r:id="rId2"/>
    <p:sldId id="297" r:id="rId3"/>
    <p:sldId id="264" r:id="rId4"/>
    <p:sldId id="265" r:id="rId5"/>
    <p:sldId id="266" r:id="rId6"/>
    <p:sldId id="292" r:id="rId7"/>
    <p:sldId id="257" r:id="rId8"/>
    <p:sldId id="272" r:id="rId9"/>
    <p:sldId id="259" r:id="rId10"/>
    <p:sldId id="260" r:id="rId11"/>
    <p:sldId id="261" r:id="rId12"/>
    <p:sldId id="262" r:id="rId13"/>
    <p:sldId id="275" r:id="rId14"/>
    <p:sldId id="263" r:id="rId15"/>
    <p:sldId id="291" r:id="rId16"/>
    <p:sldId id="267" r:id="rId17"/>
    <p:sldId id="268" r:id="rId18"/>
    <p:sldId id="269" r:id="rId19"/>
    <p:sldId id="270" r:id="rId20"/>
    <p:sldId id="271" r:id="rId21"/>
    <p:sldId id="279" r:id="rId22"/>
    <p:sldId id="280" r:id="rId23"/>
    <p:sldId id="281" r:id="rId24"/>
    <p:sldId id="282" r:id="rId25"/>
    <p:sldId id="283" r:id="rId26"/>
    <p:sldId id="284" r:id="rId27"/>
    <p:sldId id="285" r:id="rId28"/>
    <p:sldId id="286" r:id="rId29"/>
    <p:sldId id="287" r:id="rId30"/>
    <p:sldId id="288" r:id="rId31"/>
    <p:sldId id="289" r:id="rId32"/>
    <p:sldId id="290" r:id="rId33"/>
    <p:sldId id="298" r:id="rId34"/>
    <p:sldId id="294" r:id="rId35"/>
    <p:sldId id="295" r:id="rId36"/>
    <p:sldId id="296" r:id="rId37"/>
    <p:sldId id="273" r:id="rId38"/>
    <p:sldId id="274" r:id="rId39"/>
    <p:sldId id="277" r:id="rId40"/>
    <p:sldId id="278"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9A57E7-94AE-451A-8696-DE99A9D74ABF}" v="1016" dt="2023-06-17T02:02:24.42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70" d="100"/>
          <a:sy n="70" d="100"/>
        </p:scale>
        <p:origin x="70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slide" Target="slides/slide4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ed Said" userId="c984d98e041f7c81" providerId="LiveId" clId="{ED81D0E3-09DE-4068-B6C6-59A2F7752E21}"/>
    <pc:docChg chg="modSld">
      <pc:chgData name="Mohamed Said" userId="c984d98e041f7c81" providerId="LiveId" clId="{ED81D0E3-09DE-4068-B6C6-59A2F7752E21}" dt="2023-02-13T17:39:23.382" v="15" actId="255"/>
      <pc:docMkLst>
        <pc:docMk/>
      </pc:docMkLst>
      <pc:sldChg chg="modSp mod">
        <pc:chgData name="Mohamed Said" userId="c984d98e041f7c81" providerId="LiveId" clId="{ED81D0E3-09DE-4068-B6C6-59A2F7752E21}" dt="2023-02-13T17:35:36.635" v="2" actId="113"/>
        <pc:sldMkLst>
          <pc:docMk/>
          <pc:sldMk cId="1695504474" sldId="264"/>
        </pc:sldMkLst>
        <pc:spChg chg="mod">
          <ac:chgData name="Mohamed Said" userId="c984d98e041f7c81" providerId="LiveId" clId="{ED81D0E3-09DE-4068-B6C6-59A2F7752E21}" dt="2023-02-13T17:35:24.141" v="0" actId="207"/>
          <ac:spMkLst>
            <pc:docMk/>
            <pc:sldMk cId="1695504474" sldId="264"/>
            <ac:spMk id="2" creationId="{8D9D17D7-E95B-C6B2-EF6D-2F0B536409BB}"/>
          </ac:spMkLst>
        </pc:spChg>
        <pc:spChg chg="mod">
          <ac:chgData name="Mohamed Said" userId="c984d98e041f7c81" providerId="LiveId" clId="{ED81D0E3-09DE-4068-B6C6-59A2F7752E21}" dt="2023-02-13T17:35:36.635" v="2" actId="113"/>
          <ac:spMkLst>
            <pc:docMk/>
            <pc:sldMk cId="1695504474" sldId="264"/>
            <ac:spMk id="3" creationId="{C48D1EE7-C568-6C97-9539-069449774235}"/>
          </ac:spMkLst>
        </pc:spChg>
      </pc:sldChg>
      <pc:sldChg chg="modSp mod">
        <pc:chgData name="Mohamed Said" userId="c984d98e041f7c81" providerId="LiveId" clId="{ED81D0E3-09DE-4068-B6C6-59A2F7752E21}" dt="2023-02-13T17:35:59.121" v="3" actId="113"/>
        <pc:sldMkLst>
          <pc:docMk/>
          <pc:sldMk cId="3851054609" sldId="265"/>
        </pc:sldMkLst>
        <pc:spChg chg="mod">
          <ac:chgData name="Mohamed Said" userId="c984d98e041f7c81" providerId="LiveId" clId="{ED81D0E3-09DE-4068-B6C6-59A2F7752E21}" dt="2023-02-13T17:35:59.121" v="3" actId="113"/>
          <ac:spMkLst>
            <pc:docMk/>
            <pc:sldMk cId="3851054609" sldId="265"/>
            <ac:spMk id="2" creationId="{37F0D14A-152D-EBF0-8EFE-77CFEC219C34}"/>
          </ac:spMkLst>
        </pc:spChg>
      </pc:sldChg>
      <pc:sldChg chg="modSp mod">
        <pc:chgData name="Mohamed Said" userId="c984d98e041f7c81" providerId="LiveId" clId="{ED81D0E3-09DE-4068-B6C6-59A2F7752E21}" dt="2023-02-13T17:36:25.519" v="9" actId="207"/>
        <pc:sldMkLst>
          <pc:docMk/>
          <pc:sldMk cId="416590293" sldId="266"/>
        </pc:sldMkLst>
        <pc:spChg chg="mod">
          <ac:chgData name="Mohamed Said" userId="c984d98e041f7c81" providerId="LiveId" clId="{ED81D0E3-09DE-4068-B6C6-59A2F7752E21}" dt="2023-02-13T17:36:18.082" v="6" actId="113"/>
          <ac:spMkLst>
            <pc:docMk/>
            <pc:sldMk cId="416590293" sldId="266"/>
            <ac:spMk id="2" creationId="{4DB1B430-17C8-A4C1-7D1D-D5FFF2A5FEE9}"/>
          </ac:spMkLst>
        </pc:spChg>
        <pc:spChg chg="mod">
          <ac:chgData name="Mohamed Said" userId="c984d98e041f7c81" providerId="LiveId" clId="{ED81D0E3-09DE-4068-B6C6-59A2F7752E21}" dt="2023-02-13T17:36:25.519" v="9" actId="207"/>
          <ac:spMkLst>
            <pc:docMk/>
            <pc:sldMk cId="416590293" sldId="266"/>
            <ac:spMk id="3" creationId="{3C1C94B6-F98E-008E-0122-5CD342917068}"/>
          </ac:spMkLst>
        </pc:spChg>
      </pc:sldChg>
      <pc:sldChg chg="modSp mod">
        <pc:chgData name="Mohamed Said" userId="c984d98e041f7c81" providerId="LiveId" clId="{ED81D0E3-09DE-4068-B6C6-59A2F7752E21}" dt="2023-02-13T17:38:01.591" v="14" actId="113"/>
        <pc:sldMkLst>
          <pc:docMk/>
          <pc:sldMk cId="4207119918" sldId="267"/>
        </pc:sldMkLst>
        <pc:spChg chg="mod">
          <ac:chgData name="Mohamed Said" userId="c984d98e041f7c81" providerId="LiveId" clId="{ED81D0E3-09DE-4068-B6C6-59A2F7752E21}" dt="2023-02-13T17:38:01.591" v="14" actId="113"/>
          <ac:spMkLst>
            <pc:docMk/>
            <pc:sldMk cId="4207119918" sldId="267"/>
            <ac:spMk id="2" creationId="{97823647-4AD9-B450-730F-F391773B24E6}"/>
          </ac:spMkLst>
        </pc:spChg>
      </pc:sldChg>
      <pc:sldChg chg="modSp mod">
        <pc:chgData name="Mohamed Said" userId="c984d98e041f7c81" providerId="LiveId" clId="{ED81D0E3-09DE-4068-B6C6-59A2F7752E21}" dt="2023-02-13T17:39:23.382" v="15" actId="255"/>
        <pc:sldMkLst>
          <pc:docMk/>
          <pc:sldMk cId="667148657" sldId="272"/>
        </pc:sldMkLst>
        <pc:spChg chg="mod">
          <ac:chgData name="Mohamed Said" userId="c984d98e041f7c81" providerId="LiveId" clId="{ED81D0E3-09DE-4068-B6C6-59A2F7752E21}" dt="2023-02-13T17:39:23.382" v="15" actId="255"/>
          <ac:spMkLst>
            <pc:docMk/>
            <pc:sldMk cId="667148657" sldId="272"/>
            <ac:spMk id="2" creationId="{4571B9D1-79C4-C28B-EFD5-1EBDEC15861D}"/>
          </ac:spMkLst>
        </pc:spChg>
      </pc:sldChg>
      <pc:sldChg chg="modSp mod">
        <pc:chgData name="Mohamed Said" userId="c984d98e041f7c81" providerId="LiveId" clId="{ED81D0E3-09DE-4068-B6C6-59A2F7752E21}" dt="2023-02-13T17:37:51.225" v="13" actId="255"/>
        <pc:sldMkLst>
          <pc:docMk/>
          <pc:sldMk cId="2994173285" sldId="273"/>
        </pc:sldMkLst>
        <pc:spChg chg="mod">
          <ac:chgData name="Mohamed Said" userId="c984d98e041f7c81" providerId="LiveId" clId="{ED81D0E3-09DE-4068-B6C6-59A2F7752E21}" dt="2023-02-13T17:37:41.184" v="12" actId="113"/>
          <ac:spMkLst>
            <pc:docMk/>
            <pc:sldMk cId="2994173285" sldId="273"/>
            <ac:spMk id="2" creationId="{948499E2-8390-C51D-2202-316BBC41912B}"/>
          </ac:spMkLst>
        </pc:spChg>
        <pc:spChg chg="mod">
          <ac:chgData name="Mohamed Said" userId="c984d98e041f7c81" providerId="LiveId" clId="{ED81D0E3-09DE-4068-B6C6-59A2F7752E21}" dt="2023-02-13T17:37:51.225" v="13" actId="255"/>
          <ac:spMkLst>
            <pc:docMk/>
            <pc:sldMk cId="2994173285" sldId="273"/>
            <ac:spMk id="3" creationId="{919F2723-CE1D-0147-CD20-242EF25D9533}"/>
          </ac:spMkLst>
        </pc:spChg>
      </pc:sldChg>
      <pc:sldChg chg="modSp mod">
        <pc:chgData name="Mohamed Said" userId="c984d98e041f7c81" providerId="LiveId" clId="{ED81D0E3-09DE-4068-B6C6-59A2F7752E21}" dt="2023-02-13T17:37:04.619" v="11" actId="113"/>
        <pc:sldMkLst>
          <pc:docMk/>
          <pc:sldMk cId="1841992472" sldId="274"/>
        </pc:sldMkLst>
        <pc:spChg chg="mod">
          <ac:chgData name="Mohamed Said" userId="c984d98e041f7c81" providerId="LiveId" clId="{ED81D0E3-09DE-4068-B6C6-59A2F7752E21}" dt="2023-02-13T17:37:04.619" v="11" actId="113"/>
          <ac:spMkLst>
            <pc:docMk/>
            <pc:sldMk cId="1841992472" sldId="274"/>
            <ac:spMk id="2" creationId="{948499E2-8390-C51D-2202-316BBC41912B}"/>
          </ac:spMkLst>
        </pc:spChg>
        <pc:spChg chg="mod">
          <ac:chgData name="Mohamed Said" userId="c984d98e041f7c81" providerId="LiveId" clId="{ED81D0E3-09DE-4068-B6C6-59A2F7752E21}" dt="2023-02-13T17:37:00.146" v="10" actId="255"/>
          <ac:spMkLst>
            <pc:docMk/>
            <pc:sldMk cId="1841992472" sldId="274"/>
            <ac:spMk id="3" creationId="{919F2723-CE1D-0147-CD20-242EF25D9533}"/>
          </ac:spMkLst>
        </pc:spChg>
      </pc:sldChg>
    </pc:docChg>
  </pc:docChgLst>
  <pc:docChgLst>
    <pc:chgData name="Mohamed Said" userId="c984d98e041f7c81" providerId="LiveId" clId="{069A57E7-94AE-451A-8696-DE99A9D74ABF}"/>
    <pc:docChg chg="undo custSel addSld delSld modSld modMainMaster">
      <pc:chgData name="Mohamed Said" userId="c984d98e041f7c81" providerId="LiveId" clId="{069A57E7-94AE-451A-8696-DE99A9D74ABF}" dt="2023-06-17T02:03:21.098" v="2104" actId="255"/>
      <pc:docMkLst>
        <pc:docMk/>
      </pc:docMkLst>
      <pc:sldChg chg="addSp modSp del mod setBg">
        <pc:chgData name="Mohamed Said" userId="c984d98e041f7c81" providerId="LiveId" clId="{069A57E7-94AE-451A-8696-DE99A9D74ABF}" dt="2023-06-15T13:18:52.884" v="2023" actId="47"/>
        <pc:sldMkLst>
          <pc:docMk/>
          <pc:sldMk cId="1141910073" sldId="256"/>
        </pc:sldMkLst>
        <pc:spChg chg="mod">
          <ac:chgData name="Mohamed Said" userId="c984d98e041f7c81" providerId="LiveId" clId="{069A57E7-94AE-451A-8696-DE99A9D74ABF}" dt="2023-06-14T17:59:44.149" v="32" actId="27636"/>
          <ac:spMkLst>
            <pc:docMk/>
            <pc:sldMk cId="1141910073" sldId="256"/>
            <ac:spMk id="2" creationId="{54ECDEDF-0B77-854B-A0A1-FCA0DBC51FD9}"/>
          </ac:spMkLst>
        </pc:spChg>
        <pc:spChg chg="mod">
          <ac:chgData name="Mohamed Said" userId="c984d98e041f7c81" providerId="LiveId" clId="{069A57E7-94AE-451A-8696-DE99A9D74ABF}" dt="2023-06-14T20:07:36.838" v="1475" actId="255"/>
          <ac:spMkLst>
            <pc:docMk/>
            <pc:sldMk cId="1141910073" sldId="256"/>
            <ac:spMk id="3" creationId="{7C4B82F0-872F-3A33-2084-6903FEFCEE93}"/>
          </ac:spMkLst>
        </pc:spChg>
        <pc:picChg chg="add mod">
          <ac:chgData name="Mohamed Said" userId="c984d98e041f7c81" providerId="LiveId" clId="{069A57E7-94AE-451A-8696-DE99A9D74ABF}" dt="2023-06-15T13:18:28.191" v="2018"/>
          <ac:picMkLst>
            <pc:docMk/>
            <pc:sldMk cId="1141910073" sldId="256"/>
            <ac:picMk id="4" creationId="{BE587AD2-F1BC-185A-16BD-3CAFB05327C8}"/>
          </ac:picMkLst>
        </pc:picChg>
      </pc:sldChg>
      <pc:sldChg chg="modSp mod">
        <pc:chgData name="Mohamed Said" userId="c984d98e041f7c81" providerId="LiveId" clId="{069A57E7-94AE-451A-8696-DE99A9D74ABF}" dt="2023-06-14T21:09:55.835" v="1771" actId="14100"/>
        <pc:sldMkLst>
          <pc:docMk/>
          <pc:sldMk cId="871226972" sldId="257"/>
        </pc:sldMkLst>
        <pc:spChg chg="mod">
          <ac:chgData name="Mohamed Said" userId="c984d98e041f7c81" providerId="LiveId" clId="{069A57E7-94AE-451A-8696-DE99A9D74ABF}" dt="2023-06-14T21:09:55.835" v="1771" actId="14100"/>
          <ac:spMkLst>
            <pc:docMk/>
            <pc:sldMk cId="871226972" sldId="257"/>
            <ac:spMk id="2" creationId="{100322FA-8805-E81B-B501-CF97FA936E35}"/>
          </ac:spMkLst>
        </pc:spChg>
        <pc:picChg chg="mod">
          <ac:chgData name="Mohamed Said" userId="c984d98e041f7c81" providerId="LiveId" clId="{069A57E7-94AE-451A-8696-DE99A9D74ABF}" dt="2023-06-14T20:50:51.208" v="1694" actId="14100"/>
          <ac:picMkLst>
            <pc:docMk/>
            <pc:sldMk cId="871226972" sldId="257"/>
            <ac:picMk id="4" creationId="{A1C37441-07D1-09B8-C461-2E6F06620A11}"/>
          </ac:picMkLst>
        </pc:picChg>
      </pc:sldChg>
      <pc:sldChg chg="modSp mod">
        <pc:chgData name="Mohamed Said" userId="c984d98e041f7c81" providerId="LiveId" clId="{069A57E7-94AE-451A-8696-DE99A9D74ABF}" dt="2023-06-14T21:10:08.769" v="1772" actId="14100"/>
        <pc:sldMkLst>
          <pc:docMk/>
          <pc:sldMk cId="2687758590" sldId="259"/>
        </pc:sldMkLst>
        <pc:spChg chg="mod">
          <ac:chgData name="Mohamed Said" userId="c984d98e041f7c81" providerId="LiveId" clId="{069A57E7-94AE-451A-8696-DE99A9D74ABF}" dt="2023-06-14T21:10:08.769" v="1772" actId="14100"/>
          <ac:spMkLst>
            <pc:docMk/>
            <pc:sldMk cId="2687758590" sldId="259"/>
            <ac:spMk id="2" creationId="{100322FA-8805-E81B-B501-CF97FA936E35}"/>
          </ac:spMkLst>
        </pc:spChg>
      </pc:sldChg>
      <pc:sldChg chg="modSp mod setBg">
        <pc:chgData name="Mohamed Said" userId="c984d98e041f7c81" providerId="LiveId" clId="{069A57E7-94AE-451A-8696-DE99A9D74ABF}" dt="2023-06-15T15:45:32.787" v="2059"/>
        <pc:sldMkLst>
          <pc:docMk/>
          <pc:sldMk cId="338389828" sldId="260"/>
        </pc:sldMkLst>
        <pc:spChg chg="mod">
          <ac:chgData name="Mohamed Said" userId="c984d98e041f7c81" providerId="LiveId" clId="{069A57E7-94AE-451A-8696-DE99A9D74ABF}" dt="2023-06-14T21:10:14.163" v="1773" actId="14100"/>
          <ac:spMkLst>
            <pc:docMk/>
            <pc:sldMk cId="338389828" sldId="260"/>
            <ac:spMk id="2" creationId="{100322FA-8805-E81B-B501-CF97FA936E35}"/>
          </ac:spMkLst>
        </pc:spChg>
        <pc:picChg chg="mod">
          <ac:chgData name="Mohamed Said" userId="c984d98e041f7c81" providerId="LiveId" clId="{069A57E7-94AE-451A-8696-DE99A9D74ABF}" dt="2023-06-14T20:51:04.070" v="1695" actId="14100"/>
          <ac:picMkLst>
            <pc:docMk/>
            <pc:sldMk cId="338389828" sldId="260"/>
            <ac:picMk id="5" creationId="{FEA11F79-6923-4E10-A484-34914A3FA97A}"/>
          </ac:picMkLst>
        </pc:picChg>
      </pc:sldChg>
      <pc:sldChg chg="modSp mod setBg">
        <pc:chgData name="Mohamed Said" userId="c984d98e041f7c81" providerId="LiveId" clId="{069A57E7-94AE-451A-8696-DE99A9D74ABF}" dt="2023-06-14T21:10:18.649" v="1774" actId="14100"/>
        <pc:sldMkLst>
          <pc:docMk/>
          <pc:sldMk cId="1091868747" sldId="261"/>
        </pc:sldMkLst>
        <pc:spChg chg="mod">
          <ac:chgData name="Mohamed Said" userId="c984d98e041f7c81" providerId="LiveId" clId="{069A57E7-94AE-451A-8696-DE99A9D74ABF}" dt="2023-06-14T21:10:18.649" v="1774" actId="14100"/>
          <ac:spMkLst>
            <pc:docMk/>
            <pc:sldMk cId="1091868747" sldId="261"/>
            <ac:spMk id="2" creationId="{100322FA-8805-E81B-B501-CF97FA936E35}"/>
          </ac:spMkLst>
        </pc:spChg>
        <pc:picChg chg="mod">
          <ac:chgData name="Mohamed Said" userId="c984d98e041f7c81" providerId="LiveId" clId="{069A57E7-94AE-451A-8696-DE99A9D74ABF}" dt="2023-06-14T20:51:19.217" v="1697" actId="14100"/>
          <ac:picMkLst>
            <pc:docMk/>
            <pc:sldMk cId="1091868747" sldId="261"/>
            <ac:picMk id="4" creationId="{65E773A6-34D1-A4E5-931D-C8D374D72DB2}"/>
          </ac:picMkLst>
        </pc:picChg>
      </pc:sldChg>
      <pc:sldChg chg="modSp mod">
        <pc:chgData name="Mohamed Said" userId="c984d98e041f7c81" providerId="LiveId" clId="{069A57E7-94AE-451A-8696-DE99A9D74ABF}" dt="2023-06-14T21:10:25.611" v="1775" actId="14100"/>
        <pc:sldMkLst>
          <pc:docMk/>
          <pc:sldMk cId="714966716" sldId="262"/>
        </pc:sldMkLst>
        <pc:spChg chg="mod">
          <ac:chgData name="Mohamed Said" userId="c984d98e041f7c81" providerId="LiveId" clId="{069A57E7-94AE-451A-8696-DE99A9D74ABF}" dt="2023-06-14T21:10:25.611" v="1775" actId="14100"/>
          <ac:spMkLst>
            <pc:docMk/>
            <pc:sldMk cId="714966716" sldId="262"/>
            <ac:spMk id="2" creationId="{100322FA-8805-E81B-B501-CF97FA936E35}"/>
          </ac:spMkLst>
        </pc:spChg>
      </pc:sldChg>
      <pc:sldChg chg="modSp mod">
        <pc:chgData name="Mohamed Said" userId="c984d98e041f7c81" providerId="LiveId" clId="{069A57E7-94AE-451A-8696-DE99A9D74ABF}" dt="2023-06-14T19:50:25.520" v="1245" actId="113"/>
        <pc:sldMkLst>
          <pc:docMk/>
          <pc:sldMk cId="3493340967" sldId="263"/>
        </pc:sldMkLst>
        <pc:spChg chg="mod">
          <ac:chgData name="Mohamed Said" userId="c984d98e041f7c81" providerId="LiveId" clId="{069A57E7-94AE-451A-8696-DE99A9D74ABF}" dt="2023-06-14T19:50:25.520" v="1245" actId="113"/>
          <ac:spMkLst>
            <pc:docMk/>
            <pc:sldMk cId="3493340967" sldId="263"/>
            <ac:spMk id="2" creationId="{100322FA-8805-E81B-B501-CF97FA936E35}"/>
          </ac:spMkLst>
        </pc:spChg>
      </pc:sldChg>
      <pc:sldChg chg="modSp mod setBg">
        <pc:chgData name="Mohamed Said" userId="c984d98e041f7c81" providerId="LiveId" clId="{069A57E7-94AE-451A-8696-DE99A9D74ABF}" dt="2023-06-15T13:19:33.803" v="2028" actId="20577"/>
        <pc:sldMkLst>
          <pc:docMk/>
          <pc:sldMk cId="1695504474" sldId="264"/>
        </pc:sldMkLst>
        <pc:spChg chg="mod">
          <ac:chgData name="Mohamed Said" userId="c984d98e041f7c81" providerId="LiveId" clId="{069A57E7-94AE-451A-8696-DE99A9D74ABF}" dt="2023-06-14T20:07:15.825" v="1473" actId="255"/>
          <ac:spMkLst>
            <pc:docMk/>
            <pc:sldMk cId="1695504474" sldId="264"/>
            <ac:spMk id="2" creationId="{8D9D17D7-E95B-C6B2-EF6D-2F0B536409BB}"/>
          </ac:spMkLst>
        </pc:spChg>
        <pc:spChg chg="mod">
          <ac:chgData name="Mohamed Said" userId="c984d98e041f7c81" providerId="LiveId" clId="{069A57E7-94AE-451A-8696-DE99A9D74ABF}" dt="2023-06-15T13:19:33.803" v="2028" actId="20577"/>
          <ac:spMkLst>
            <pc:docMk/>
            <pc:sldMk cId="1695504474" sldId="264"/>
            <ac:spMk id="3" creationId="{C48D1EE7-C568-6C97-9539-069449774235}"/>
          </ac:spMkLst>
        </pc:spChg>
      </pc:sldChg>
      <pc:sldChg chg="modSp mod setBg">
        <pc:chgData name="Mohamed Said" userId="c984d98e041f7c81" providerId="LiveId" clId="{069A57E7-94AE-451A-8696-DE99A9D74ABF}" dt="2023-06-16T18:00:48.931" v="2064" actId="13900"/>
        <pc:sldMkLst>
          <pc:docMk/>
          <pc:sldMk cId="3851054609" sldId="265"/>
        </pc:sldMkLst>
        <pc:spChg chg="mod">
          <ac:chgData name="Mohamed Said" userId="c984d98e041f7c81" providerId="LiveId" clId="{069A57E7-94AE-451A-8696-DE99A9D74ABF}" dt="2023-06-14T20:07:47.435" v="1476" actId="2711"/>
          <ac:spMkLst>
            <pc:docMk/>
            <pc:sldMk cId="3851054609" sldId="265"/>
            <ac:spMk id="2" creationId="{37F0D14A-152D-EBF0-8EFE-77CFEC219C34}"/>
          </ac:spMkLst>
        </pc:spChg>
        <pc:spChg chg="mod">
          <ac:chgData name="Mohamed Said" userId="c984d98e041f7c81" providerId="LiveId" clId="{069A57E7-94AE-451A-8696-DE99A9D74ABF}" dt="2023-06-16T18:00:48.931" v="2064" actId="13900"/>
          <ac:spMkLst>
            <pc:docMk/>
            <pc:sldMk cId="3851054609" sldId="265"/>
            <ac:spMk id="3" creationId="{A260E628-DBA7-1569-CA7A-72D61EAF7E57}"/>
          </ac:spMkLst>
        </pc:spChg>
      </pc:sldChg>
      <pc:sldChg chg="modSp mod setBg">
        <pc:chgData name="Mohamed Said" userId="c984d98e041f7c81" providerId="LiveId" clId="{069A57E7-94AE-451A-8696-DE99A9D74ABF}" dt="2023-06-16T18:01:14.417" v="2068" actId="13900"/>
        <pc:sldMkLst>
          <pc:docMk/>
          <pc:sldMk cId="416590293" sldId="266"/>
        </pc:sldMkLst>
        <pc:spChg chg="mod">
          <ac:chgData name="Mohamed Said" userId="c984d98e041f7c81" providerId="LiveId" clId="{069A57E7-94AE-451A-8696-DE99A9D74ABF}" dt="2023-06-14T20:08:03.605" v="1478" actId="2711"/>
          <ac:spMkLst>
            <pc:docMk/>
            <pc:sldMk cId="416590293" sldId="266"/>
            <ac:spMk id="2" creationId="{4DB1B430-17C8-A4C1-7D1D-D5FFF2A5FEE9}"/>
          </ac:spMkLst>
        </pc:spChg>
        <pc:spChg chg="mod">
          <ac:chgData name="Mohamed Said" userId="c984d98e041f7c81" providerId="LiveId" clId="{069A57E7-94AE-451A-8696-DE99A9D74ABF}" dt="2023-06-16T18:01:14.417" v="2068" actId="13900"/>
          <ac:spMkLst>
            <pc:docMk/>
            <pc:sldMk cId="416590293" sldId="266"/>
            <ac:spMk id="3" creationId="{3C1C94B6-F98E-008E-0122-5CD342917068}"/>
          </ac:spMkLst>
        </pc:spChg>
      </pc:sldChg>
      <pc:sldChg chg="modSp mod">
        <pc:chgData name="Mohamed Said" userId="c984d98e041f7c81" providerId="LiveId" clId="{069A57E7-94AE-451A-8696-DE99A9D74ABF}" dt="2023-06-16T22:54:56.288" v="2082" actId="14826"/>
        <pc:sldMkLst>
          <pc:docMk/>
          <pc:sldMk cId="4207119918" sldId="267"/>
        </pc:sldMkLst>
        <pc:spChg chg="mod">
          <ac:chgData name="Mohamed Said" userId="c984d98e041f7c81" providerId="LiveId" clId="{069A57E7-94AE-451A-8696-DE99A9D74ABF}" dt="2023-06-14T21:09:19.700" v="1769" actId="255"/>
          <ac:spMkLst>
            <pc:docMk/>
            <pc:sldMk cId="4207119918" sldId="267"/>
            <ac:spMk id="2" creationId="{97823647-4AD9-B450-730F-F391773B24E6}"/>
          </ac:spMkLst>
        </pc:spChg>
        <pc:picChg chg="mod">
          <ac:chgData name="Mohamed Said" userId="c984d98e041f7c81" providerId="LiveId" clId="{069A57E7-94AE-451A-8696-DE99A9D74ABF}" dt="2023-06-16T22:54:56.288" v="2082" actId="14826"/>
          <ac:picMkLst>
            <pc:docMk/>
            <pc:sldMk cId="4207119918" sldId="267"/>
            <ac:picMk id="4" creationId="{0B447FBB-A2A7-85B0-AADA-43363CC4A508}"/>
          </ac:picMkLst>
        </pc:picChg>
      </pc:sldChg>
      <pc:sldChg chg="delSp modSp mod setBg delDesignElem">
        <pc:chgData name="Mohamed Said" userId="c984d98e041f7c81" providerId="LiveId" clId="{069A57E7-94AE-451A-8696-DE99A9D74ABF}" dt="2023-06-14T20:52:53.624" v="1713" actId="14100"/>
        <pc:sldMkLst>
          <pc:docMk/>
          <pc:sldMk cId="2261700409" sldId="268"/>
        </pc:sldMkLst>
        <pc:spChg chg="mod">
          <ac:chgData name="Mohamed Said" userId="c984d98e041f7c81" providerId="LiveId" clId="{069A57E7-94AE-451A-8696-DE99A9D74ABF}" dt="2023-06-14T20:52:53.624" v="1713" actId="14100"/>
          <ac:spMkLst>
            <pc:docMk/>
            <pc:sldMk cId="2261700409" sldId="268"/>
            <ac:spMk id="2" creationId="{317CEC2C-3EA4-8CE5-BCB3-F4B1854E529F}"/>
          </ac:spMkLst>
        </pc:spChg>
        <pc:spChg chg="del">
          <ac:chgData name="Mohamed Said" userId="c984d98e041f7c81" providerId="LiveId" clId="{069A57E7-94AE-451A-8696-DE99A9D74ABF}" dt="2023-06-14T17:54:58.399" v="10"/>
          <ac:spMkLst>
            <pc:docMk/>
            <pc:sldMk cId="2261700409" sldId="268"/>
            <ac:spMk id="14" creationId="{534AE774-7140-49BE-8B41-57CD71D98CA1}"/>
          </ac:spMkLst>
        </pc:spChg>
        <pc:picChg chg="mod">
          <ac:chgData name="Mohamed Said" userId="c984d98e041f7c81" providerId="LiveId" clId="{069A57E7-94AE-451A-8696-DE99A9D74ABF}" dt="2023-06-14T20:52:48.726" v="1712" actId="14100"/>
          <ac:picMkLst>
            <pc:docMk/>
            <pc:sldMk cId="2261700409" sldId="268"/>
            <ac:picMk id="4" creationId="{E1E37519-0C07-5A73-3ABC-E850F466AC87}"/>
          </ac:picMkLst>
        </pc:picChg>
      </pc:sldChg>
      <pc:sldChg chg="delSp modSp mod setBg delDesignElem">
        <pc:chgData name="Mohamed Said" userId="c984d98e041f7c81" providerId="LiveId" clId="{069A57E7-94AE-451A-8696-DE99A9D74ABF}" dt="2023-06-14T20:53:12.888" v="1718" actId="14100"/>
        <pc:sldMkLst>
          <pc:docMk/>
          <pc:sldMk cId="1306944733" sldId="269"/>
        </pc:sldMkLst>
        <pc:spChg chg="mod">
          <ac:chgData name="Mohamed Said" userId="c984d98e041f7c81" providerId="LiveId" clId="{069A57E7-94AE-451A-8696-DE99A9D74ABF}" dt="2023-06-14T20:52:58.210" v="1714" actId="14100"/>
          <ac:spMkLst>
            <pc:docMk/>
            <pc:sldMk cId="1306944733" sldId="269"/>
            <ac:spMk id="2" creationId="{E5B81F50-088B-144D-1259-AC6C4F83F8CE}"/>
          </ac:spMkLst>
        </pc:spChg>
        <pc:spChg chg="del">
          <ac:chgData name="Mohamed Said" userId="c984d98e041f7c81" providerId="LiveId" clId="{069A57E7-94AE-451A-8696-DE99A9D74ABF}" dt="2023-06-14T17:54:58.399" v="10"/>
          <ac:spMkLst>
            <pc:docMk/>
            <pc:sldMk cId="1306944733" sldId="269"/>
            <ac:spMk id="9" creationId="{534AE774-7140-49BE-8B41-57CD71D98CA1}"/>
          </ac:spMkLst>
        </pc:spChg>
        <pc:picChg chg="mod">
          <ac:chgData name="Mohamed Said" userId="c984d98e041f7c81" providerId="LiveId" clId="{069A57E7-94AE-451A-8696-DE99A9D74ABF}" dt="2023-06-14T20:53:12.888" v="1718" actId="14100"/>
          <ac:picMkLst>
            <pc:docMk/>
            <pc:sldMk cId="1306944733" sldId="269"/>
            <ac:picMk id="4" creationId="{507CE562-831D-BE09-9018-A3C152A52B07}"/>
          </ac:picMkLst>
        </pc:picChg>
      </pc:sldChg>
      <pc:sldChg chg="delSp modSp mod setBg delDesignElem">
        <pc:chgData name="Mohamed Said" userId="c984d98e041f7c81" providerId="LiveId" clId="{069A57E7-94AE-451A-8696-DE99A9D74ABF}" dt="2023-06-14T20:53:27.284" v="1721" actId="14100"/>
        <pc:sldMkLst>
          <pc:docMk/>
          <pc:sldMk cId="3079629996" sldId="270"/>
        </pc:sldMkLst>
        <pc:spChg chg="mod">
          <ac:chgData name="Mohamed Said" userId="c984d98e041f7c81" providerId="LiveId" clId="{069A57E7-94AE-451A-8696-DE99A9D74ABF}" dt="2023-06-14T20:53:18.066" v="1719" actId="14100"/>
          <ac:spMkLst>
            <pc:docMk/>
            <pc:sldMk cId="3079629996" sldId="270"/>
            <ac:spMk id="2" creationId="{00924AA0-8D01-C150-8EB3-246E70636AEB}"/>
          </ac:spMkLst>
        </pc:spChg>
        <pc:spChg chg="del">
          <ac:chgData name="Mohamed Said" userId="c984d98e041f7c81" providerId="LiveId" clId="{069A57E7-94AE-451A-8696-DE99A9D74ABF}" dt="2023-06-14T17:54:58.399" v="10"/>
          <ac:spMkLst>
            <pc:docMk/>
            <pc:sldMk cId="3079629996" sldId="270"/>
            <ac:spMk id="9" creationId="{534AE774-7140-49BE-8B41-57CD71D98CA1}"/>
          </ac:spMkLst>
        </pc:spChg>
        <pc:picChg chg="mod">
          <ac:chgData name="Mohamed Said" userId="c984d98e041f7c81" providerId="LiveId" clId="{069A57E7-94AE-451A-8696-DE99A9D74ABF}" dt="2023-06-14T20:53:27.284" v="1721" actId="14100"/>
          <ac:picMkLst>
            <pc:docMk/>
            <pc:sldMk cId="3079629996" sldId="270"/>
            <ac:picMk id="4" creationId="{10EEEA3B-2BAD-DBED-12B2-6F40A8A3C564}"/>
          </ac:picMkLst>
        </pc:picChg>
      </pc:sldChg>
      <pc:sldChg chg="delSp modSp mod setBg delDesignElem">
        <pc:chgData name="Mohamed Said" userId="c984d98e041f7c81" providerId="LiveId" clId="{069A57E7-94AE-451A-8696-DE99A9D74ABF}" dt="2023-06-14T20:53:50.783" v="1727" actId="27636"/>
        <pc:sldMkLst>
          <pc:docMk/>
          <pc:sldMk cId="3825108610" sldId="271"/>
        </pc:sldMkLst>
        <pc:spChg chg="mod">
          <ac:chgData name="Mohamed Said" userId="c984d98e041f7c81" providerId="LiveId" clId="{069A57E7-94AE-451A-8696-DE99A9D74ABF}" dt="2023-06-14T20:53:50.783" v="1727" actId="27636"/>
          <ac:spMkLst>
            <pc:docMk/>
            <pc:sldMk cId="3825108610" sldId="271"/>
            <ac:spMk id="2" creationId="{6937951F-2038-A148-637D-A8E81B58E5BA}"/>
          </ac:spMkLst>
        </pc:spChg>
        <pc:spChg chg="del">
          <ac:chgData name="Mohamed Said" userId="c984d98e041f7c81" providerId="LiveId" clId="{069A57E7-94AE-451A-8696-DE99A9D74ABF}" dt="2023-06-14T17:54:58.399" v="10"/>
          <ac:spMkLst>
            <pc:docMk/>
            <pc:sldMk cId="3825108610" sldId="271"/>
            <ac:spMk id="9" creationId="{534AE774-7140-49BE-8B41-57CD71D98CA1}"/>
          </ac:spMkLst>
        </pc:spChg>
        <pc:picChg chg="mod">
          <ac:chgData name="Mohamed Said" userId="c984d98e041f7c81" providerId="LiveId" clId="{069A57E7-94AE-451A-8696-DE99A9D74ABF}" dt="2023-06-14T20:53:47.502" v="1725" actId="14100"/>
          <ac:picMkLst>
            <pc:docMk/>
            <pc:sldMk cId="3825108610" sldId="271"/>
            <ac:picMk id="4" creationId="{1355C231-E1E2-CC4E-1AFA-4742FC302951}"/>
          </ac:picMkLst>
        </pc:picChg>
      </pc:sldChg>
      <pc:sldChg chg="modSp mod setBg">
        <pc:chgData name="Mohamed Said" userId="c984d98e041f7c81" providerId="LiveId" clId="{069A57E7-94AE-451A-8696-DE99A9D74ABF}" dt="2023-06-16T18:01:47.194" v="2073" actId="120"/>
        <pc:sldMkLst>
          <pc:docMk/>
          <pc:sldMk cId="667148657" sldId="272"/>
        </pc:sldMkLst>
        <pc:spChg chg="mod">
          <ac:chgData name="Mohamed Said" userId="c984d98e041f7c81" providerId="LiveId" clId="{069A57E7-94AE-451A-8696-DE99A9D74ABF}" dt="2023-06-16T18:01:47.194" v="2073" actId="120"/>
          <ac:spMkLst>
            <pc:docMk/>
            <pc:sldMk cId="667148657" sldId="272"/>
            <ac:spMk id="2" creationId="{4571B9D1-79C4-C28B-EFD5-1EBDEC15861D}"/>
          </ac:spMkLst>
        </pc:spChg>
      </pc:sldChg>
      <pc:sldChg chg="modSp mod setBg">
        <pc:chgData name="Mohamed Said" userId="c984d98e041f7c81" providerId="LiveId" clId="{069A57E7-94AE-451A-8696-DE99A9D74ABF}" dt="2023-06-16T18:02:26.557" v="2075" actId="13900"/>
        <pc:sldMkLst>
          <pc:docMk/>
          <pc:sldMk cId="2994173285" sldId="273"/>
        </pc:sldMkLst>
        <pc:spChg chg="mod">
          <ac:chgData name="Mohamed Said" userId="c984d98e041f7c81" providerId="LiveId" clId="{069A57E7-94AE-451A-8696-DE99A9D74ABF}" dt="2023-06-14T19:45:23.308" v="1181" actId="113"/>
          <ac:spMkLst>
            <pc:docMk/>
            <pc:sldMk cId="2994173285" sldId="273"/>
            <ac:spMk id="2" creationId="{948499E2-8390-C51D-2202-316BBC41912B}"/>
          </ac:spMkLst>
        </pc:spChg>
        <pc:spChg chg="mod">
          <ac:chgData name="Mohamed Said" userId="c984d98e041f7c81" providerId="LiveId" clId="{069A57E7-94AE-451A-8696-DE99A9D74ABF}" dt="2023-06-16T18:02:26.557" v="2075" actId="13900"/>
          <ac:spMkLst>
            <pc:docMk/>
            <pc:sldMk cId="2994173285" sldId="273"/>
            <ac:spMk id="3" creationId="{919F2723-CE1D-0147-CD20-242EF25D9533}"/>
          </ac:spMkLst>
        </pc:spChg>
      </pc:sldChg>
      <pc:sldChg chg="modSp mod setBg">
        <pc:chgData name="Mohamed Said" userId="c984d98e041f7c81" providerId="LiveId" clId="{069A57E7-94AE-451A-8696-DE99A9D74ABF}" dt="2023-06-16T18:02:44.412" v="2079" actId="13900"/>
        <pc:sldMkLst>
          <pc:docMk/>
          <pc:sldMk cId="1841992472" sldId="274"/>
        </pc:sldMkLst>
        <pc:spChg chg="mod">
          <ac:chgData name="Mohamed Said" userId="c984d98e041f7c81" providerId="LiveId" clId="{069A57E7-94AE-451A-8696-DE99A9D74ABF}" dt="2023-06-14T19:45:34.138" v="1182" actId="113"/>
          <ac:spMkLst>
            <pc:docMk/>
            <pc:sldMk cId="1841992472" sldId="274"/>
            <ac:spMk id="2" creationId="{948499E2-8390-C51D-2202-316BBC41912B}"/>
          </ac:spMkLst>
        </pc:spChg>
        <pc:spChg chg="mod">
          <ac:chgData name="Mohamed Said" userId="c984d98e041f7c81" providerId="LiveId" clId="{069A57E7-94AE-451A-8696-DE99A9D74ABF}" dt="2023-06-16T18:02:44.412" v="2079" actId="13900"/>
          <ac:spMkLst>
            <pc:docMk/>
            <pc:sldMk cId="1841992472" sldId="274"/>
            <ac:spMk id="3" creationId="{919F2723-CE1D-0147-CD20-242EF25D9533}"/>
          </ac:spMkLst>
        </pc:spChg>
      </pc:sldChg>
      <pc:sldChg chg="modSp mod setBg">
        <pc:chgData name="Mohamed Said" userId="c984d98e041f7c81" providerId="LiveId" clId="{069A57E7-94AE-451A-8696-DE99A9D74ABF}" dt="2023-06-14T21:10:38.733" v="1778" actId="255"/>
        <pc:sldMkLst>
          <pc:docMk/>
          <pc:sldMk cId="3347024162" sldId="275"/>
        </pc:sldMkLst>
        <pc:spChg chg="mod">
          <ac:chgData name="Mohamed Said" userId="c984d98e041f7c81" providerId="LiveId" clId="{069A57E7-94AE-451A-8696-DE99A9D74ABF}" dt="2023-06-14T21:10:38.733" v="1778" actId="255"/>
          <ac:spMkLst>
            <pc:docMk/>
            <pc:sldMk cId="3347024162" sldId="275"/>
            <ac:spMk id="2" creationId="{52155729-76D4-2CDE-B7CB-9CF25DC73742}"/>
          </ac:spMkLst>
        </pc:spChg>
        <pc:picChg chg="mod">
          <ac:chgData name="Mohamed Said" userId="c984d98e041f7c81" providerId="LiveId" clId="{069A57E7-94AE-451A-8696-DE99A9D74ABF}" dt="2023-06-14T20:52:09.316" v="1706" actId="14100"/>
          <ac:picMkLst>
            <pc:docMk/>
            <pc:sldMk cId="3347024162" sldId="275"/>
            <ac:picMk id="4" creationId="{3FFDB44A-0E9F-311E-6BF0-24983A078B59}"/>
          </ac:picMkLst>
        </pc:picChg>
      </pc:sldChg>
      <pc:sldChg chg="addSp delSp modSp mod setBg addAnim delAnim">
        <pc:chgData name="Mohamed Said" userId="c984d98e041f7c81" providerId="LiveId" clId="{069A57E7-94AE-451A-8696-DE99A9D74ABF}" dt="2023-06-16T18:02:56.910" v="2081" actId="122"/>
        <pc:sldMkLst>
          <pc:docMk/>
          <pc:sldMk cId="3423285373" sldId="277"/>
        </pc:sldMkLst>
        <pc:spChg chg="mod">
          <ac:chgData name="Mohamed Said" userId="c984d98e041f7c81" providerId="LiveId" clId="{069A57E7-94AE-451A-8696-DE99A9D74ABF}" dt="2023-06-16T18:02:56.910" v="2081" actId="122"/>
          <ac:spMkLst>
            <pc:docMk/>
            <pc:sldMk cId="3423285373" sldId="277"/>
            <ac:spMk id="2" creationId="{B50AB317-7C3A-54E8-9EB6-4B94DCD26DA8}"/>
          </ac:spMkLst>
        </pc:spChg>
        <pc:spChg chg="add del">
          <ac:chgData name="Mohamed Said" userId="c984d98e041f7c81" providerId="LiveId" clId="{069A57E7-94AE-451A-8696-DE99A9D74ABF}" dt="2023-06-14T19:34:13.156" v="1081" actId="26606"/>
          <ac:spMkLst>
            <pc:docMk/>
            <pc:sldMk cId="3423285373" sldId="277"/>
            <ac:spMk id="7" creationId="{FFD48BC7-DC40-47DE-87EE-9F4B6ECB9ABB}"/>
          </ac:spMkLst>
        </pc:spChg>
        <pc:spChg chg="add del">
          <ac:chgData name="Mohamed Said" userId="c984d98e041f7c81" providerId="LiveId" clId="{069A57E7-94AE-451A-8696-DE99A9D74ABF}" dt="2023-06-14T19:34:13.156" v="1081" actId="26606"/>
          <ac:spMkLst>
            <pc:docMk/>
            <pc:sldMk cId="3423285373" sldId="277"/>
            <ac:spMk id="9" creationId="{E502BBC7-2C76-46F3-BC24-5985BC13DB88}"/>
          </ac:spMkLst>
        </pc:spChg>
        <pc:spChg chg="add del">
          <ac:chgData name="Mohamed Said" userId="c984d98e041f7c81" providerId="LiveId" clId="{069A57E7-94AE-451A-8696-DE99A9D74ABF}" dt="2023-06-14T19:34:13.156" v="1081" actId="26606"/>
          <ac:spMkLst>
            <pc:docMk/>
            <pc:sldMk cId="3423285373" sldId="277"/>
            <ac:spMk id="11" creationId="{C7F28D52-2A5F-4D23-81AE-7CB8B591C7AF}"/>
          </ac:spMkLst>
        </pc:spChg>
        <pc:spChg chg="add del">
          <ac:chgData name="Mohamed Said" userId="c984d98e041f7c81" providerId="LiveId" clId="{069A57E7-94AE-451A-8696-DE99A9D74ABF}" dt="2023-06-14T19:34:13.156" v="1081" actId="26606"/>
          <ac:spMkLst>
            <pc:docMk/>
            <pc:sldMk cId="3423285373" sldId="277"/>
            <ac:spMk id="13" creationId="{3629484E-3792-4B3D-89AD-7C8A1ED0E0D4}"/>
          </ac:spMkLst>
        </pc:spChg>
      </pc:sldChg>
      <pc:sldChg chg="addSp delSp modSp mod setBg delDesignElem">
        <pc:chgData name="Mohamed Said" userId="c984d98e041f7c81" providerId="LiveId" clId="{069A57E7-94AE-451A-8696-DE99A9D74ABF}" dt="2023-06-14T21:34:00.774" v="1779" actId="5793"/>
        <pc:sldMkLst>
          <pc:docMk/>
          <pc:sldMk cId="3401696677" sldId="278"/>
        </pc:sldMkLst>
        <pc:spChg chg="mod">
          <ac:chgData name="Mohamed Said" userId="c984d98e041f7c81" providerId="LiveId" clId="{069A57E7-94AE-451A-8696-DE99A9D74ABF}" dt="2023-06-14T21:34:00.774" v="1779" actId="5793"/>
          <ac:spMkLst>
            <pc:docMk/>
            <pc:sldMk cId="3401696677" sldId="278"/>
            <ac:spMk id="3" creationId="{E641DBB8-A1D0-168F-CBAA-68B847247331}"/>
          </ac:spMkLst>
        </pc:spChg>
        <pc:spChg chg="mod">
          <ac:chgData name="Mohamed Said" userId="c984d98e041f7c81" providerId="LiveId" clId="{069A57E7-94AE-451A-8696-DE99A9D74ABF}" dt="2023-06-14T20:12:00.055" v="1518" actId="2711"/>
          <ac:spMkLst>
            <pc:docMk/>
            <pc:sldMk cId="3401696677" sldId="278"/>
            <ac:spMk id="5" creationId="{1A760039-D54B-2E52-578A-A14078C3708F}"/>
          </ac:spMkLst>
        </pc:spChg>
        <pc:spChg chg="add del">
          <ac:chgData name="Mohamed Said" userId="c984d98e041f7c81" providerId="LiveId" clId="{069A57E7-94AE-451A-8696-DE99A9D74ABF}" dt="2023-06-14T19:32:48.211" v="1064" actId="26606"/>
          <ac:spMkLst>
            <pc:docMk/>
            <pc:sldMk cId="3401696677" sldId="278"/>
            <ac:spMk id="10" creationId="{FFD48BC7-DC40-47DE-87EE-9F4B6ECB9ABB}"/>
          </ac:spMkLst>
        </pc:spChg>
        <pc:spChg chg="add del">
          <ac:chgData name="Mohamed Said" userId="c984d98e041f7c81" providerId="LiveId" clId="{069A57E7-94AE-451A-8696-DE99A9D74ABF}" dt="2023-06-14T19:32:37.562" v="1062" actId="26606"/>
          <ac:spMkLst>
            <pc:docMk/>
            <pc:sldMk cId="3401696677" sldId="278"/>
            <ac:spMk id="12" creationId="{A3363022-C969-41E9-8EB2-E4C94908C1FA}"/>
          </ac:spMkLst>
        </pc:spChg>
        <pc:spChg chg="add del">
          <ac:chgData name="Mohamed Said" userId="c984d98e041f7c81" providerId="LiveId" clId="{069A57E7-94AE-451A-8696-DE99A9D74ABF}" dt="2023-06-14T19:32:37.562" v="1062" actId="26606"/>
          <ac:spMkLst>
            <pc:docMk/>
            <pc:sldMk cId="3401696677" sldId="278"/>
            <ac:spMk id="14" creationId="{8D1AD6B3-BE88-4CEB-BA17-790657CC4729}"/>
          </ac:spMkLst>
        </pc:spChg>
        <pc:spChg chg="add del">
          <ac:chgData name="Mohamed Said" userId="c984d98e041f7c81" providerId="LiveId" clId="{069A57E7-94AE-451A-8696-DE99A9D74ABF}" dt="2023-06-14T19:32:48.211" v="1064" actId="26606"/>
          <ac:spMkLst>
            <pc:docMk/>
            <pc:sldMk cId="3401696677" sldId="278"/>
            <ac:spMk id="21" creationId="{E502BBC7-2C76-46F3-BC24-5985BC13DB88}"/>
          </ac:spMkLst>
        </pc:spChg>
        <pc:spChg chg="add del">
          <ac:chgData name="Mohamed Said" userId="c984d98e041f7c81" providerId="LiveId" clId="{069A57E7-94AE-451A-8696-DE99A9D74ABF}" dt="2023-06-14T19:32:48.211" v="1064" actId="26606"/>
          <ac:spMkLst>
            <pc:docMk/>
            <pc:sldMk cId="3401696677" sldId="278"/>
            <ac:spMk id="22" creationId="{C7F28D52-2A5F-4D23-81AE-7CB8B591C7AF}"/>
          </ac:spMkLst>
        </pc:spChg>
        <pc:spChg chg="add del">
          <ac:chgData name="Mohamed Said" userId="c984d98e041f7c81" providerId="LiveId" clId="{069A57E7-94AE-451A-8696-DE99A9D74ABF}" dt="2023-06-14T19:32:48.211" v="1064" actId="26606"/>
          <ac:spMkLst>
            <pc:docMk/>
            <pc:sldMk cId="3401696677" sldId="278"/>
            <ac:spMk id="23" creationId="{3629484E-3792-4B3D-89AD-7C8A1ED0E0D4}"/>
          </ac:spMkLst>
        </pc:spChg>
        <pc:spChg chg="add del">
          <ac:chgData name="Mohamed Said" userId="c984d98e041f7c81" providerId="LiveId" clId="{069A57E7-94AE-451A-8696-DE99A9D74ABF}" dt="2023-06-14T19:32:52.504" v="1066" actId="26606"/>
          <ac:spMkLst>
            <pc:docMk/>
            <pc:sldMk cId="3401696677" sldId="278"/>
            <ac:spMk id="25" creationId="{6DDA8CE9-E0A6-4FF2-823D-D08607606DC2}"/>
          </ac:spMkLst>
        </pc:spChg>
        <pc:spChg chg="del">
          <ac:chgData name="Mohamed Said" userId="c984d98e041f7c81" providerId="LiveId" clId="{069A57E7-94AE-451A-8696-DE99A9D74ABF}" dt="2023-06-14T17:54:58.399" v="10"/>
          <ac:spMkLst>
            <pc:docMk/>
            <pc:sldMk cId="3401696677" sldId="278"/>
            <ac:spMk id="26" creationId="{43C823D3-D619-407C-89E0-C6F6B1E7A42A}"/>
          </ac:spMkLst>
        </pc:spChg>
        <pc:spChg chg="del">
          <ac:chgData name="Mohamed Said" userId="c984d98e041f7c81" providerId="LiveId" clId="{069A57E7-94AE-451A-8696-DE99A9D74ABF}" dt="2023-06-14T17:54:58.399" v="10"/>
          <ac:spMkLst>
            <pc:docMk/>
            <pc:sldMk cId="3401696677" sldId="278"/>
            <ac:spMk id="27" creationId="{047F8E3E-2FFA-4A0F-B3C7-E57ADDCFB415}"/>
          </ac:spMkLst>
        </pc:spChg>
        <pc:spChg chg="add del">
          <ac:chgData name="Mohamed Said" userId="c984d98e041f7c81" providerId="LiveId" clId="{069A57E7-94AE-451A-8696-DE99A9D74ABF}" dt="2023-06-14T19:32:52.504" v="1066" actId="26606"/>
          <ac:spMkLst>
            <pc:docMk/>
            <pc:sldMk cId="3401696677" sldId="278"/>
            <ac:spMk id="29" creationId="{11195564-33B9-434B-9641-764F5905A56F}"/>
          </ac:spMkLst>
        </pc:spChg>
        <pc:spChg chg="add del">
          <ac:chgData name="Mohamed Said" userId="c984d98e041f7c81" providerId="LiveId" clId="{069A57E7-94AE-451A-8696-DE99A9D74ABF}" dt="2023-06-14T19:34:16.320" v="1083" actId="26606"/>
          <ac:spMkLst>
            <pc:docMk/>
            <pc:sldMk cId="3401696677" sldId="278"/>
            <ac:spMk id="37" creationId="{FFD48BC7-DC40-47DE-87EE-9F4B6ECB9ABB}"/>
          </ac:spMkLst>
        </pc:spChg>
        <pc:spChg chg="add del">
          <ac:chgData name="Mohamed Said" userId="c984d98e041f7c81" providerId="LiveId" clId="{069A57E7-94AE-451A-8696-DE99A9D74ABF}" dt="2023-06-14T19:34:16.320" v="1083" actId="26606"/>
          <ac:spMkLst>
            <pc:docMk/>
            <pc:sldMk cId="3401696677" sldId="278"/>
            <ac:spMk id="38" creationId="{E502BBC7-2C76-46F3-BC24-5985BC13DB88}"/>
          </ac:spMkLst>
        </pc:spChg>
        <pc:spChg chg="add del">
          <ac:chgData name="Mohamed Said" userId="c984d98e041f7c81" providerId="LiveId" clId="{069A57E7-94AE-451A-8696-DE99A9D74ABF}" dt="2023-06-14T19:34:16.320" v="1083" actId="26606"/>
          <ac:spMkLst>
            <pc:docMk/>
            <pc:sldMk cId="3401696677" sldId="278"/>
            <ac:spMk id="39" creationId="{C7F28D52-2A5F-4D23-81AE-7CB8B591C7AF}"/>
          </ac:spMkLst>
        </pc:spChg>
        <pc:spChg chg="add del">
          <ac:chgData name="Mohamed Said" userId="c984d98e041f7c81" providerId="LiveId" clId="{069A57E7-94AE-451A-8696-DE99A9D74ABF}" dt="2023-06-14T19:34:16.320" v="1083" actId="26606"/>
          <ac:spMkLst>
            <pc:docMk/>
            <pc:sldMk cId="3401696677" sldId="278"/>
            <ac:spMk id="40" creationId="{3629484E-3792-4B3D-89AD-7C8A1ED0E0D4}"/>
          </ac:spMkLst>
        </pc:spChg>
        <pc:grpChg chg="add del">
          <ac:chgData name="Mohamed Said" userId="c984d98e041f7c81" providerId="LiveId" clId="{069A57E7-94AE-451A-8696-DE99A9D74ABF}" dt="2023-06-14T19:32:37.562" v="1062" actId="26606"/>
          <ac:grpSpMkLst>
            <pc:docMk/>
            <pc:sldMk cId="3401696677" sldId="278"/>
            <ac:grpSpMk id="16" creationId="{89D1390B-7E13-4B4F-9CB2-391063412E54}"/>
          </ac:grpSpMkLst>
        </pc:grpChg>
        <pc:grpChg chg="add del">
          <ac:chgData name="Mohamed Said" userId="c984d98e041f7c81" providerId="LiveId" clId="{069A57E7-94AE-451A-8696-DE99A9D74ABF}" dt="2023-06-14T19:32:52.504" v="1066" actId="26606"/>
          <ac:grpSpMkLst>
            <pc:docMk/>
            <pc:sldMk cId="3401696677" sldId="278"/>
            <ac:grpSpMk id="20" creationId="{5A1259D8-0C3A-4069-A22F-537BBBB61A9C}"/>
          </ac:grpSpMkLst>
        </pc:grpChg>
        <pc:grpChg chg="del">
          <ac:chgData name="Mohamed Said" userId="c984d98e041f7c81" providerId="LiveId" clId="{069A57E7-94AE-451A-8696-DE99A9D74ABF}" dt="2023-06-14T17:54:58.399" v="10"/>
          <ac:grpSpMkLst>
            <pc:docMk/>
            <pc:sldMk cId="3401696677" sldId="278"/>
            <ac:grpSpMk id="28" creationId="{33D939F1-7ABE-4D0E-946A-43F37F556AFD}"/>
          </ac:grpSpMkLst>
        </pc:grpChg>
        <pc:grpChg chg="add del">
          <ac:chgData name="Mohamed Said" userId="c984d98e041f7c81" providerId="LiveId" clId="{069A57E7-94AE-451A-8696-DE99A9D74ABF}" dt="2023-06-14T19:32:52.504" v="1066" actId="26606"/>
          <ac:grpSpMkLst>
            <pc:docMk/>
            <pc:sldMk cId="3401696677" sldId="278"/>
            <ac:grpSpMk id="30" creationId="{1D18C537-E336-47C4-836B-C342A230F8F3}"/>
          </ac:grpSpMkLst>
        </pc:grpChg>
        <pc:grpChg chg="del">
          <ac:chgData name="Mohamed Said" userId="c984d98e041f7c81" providerId="LiveId" clId="{069A57E7-94AE-451A-8696-DE99A9D74ABF}" dt="2023-06-14T17:54:58.399" v="10"/>
          <ac:grpSpMkLst>
            <pc:docMk/>
            <pc:sldMk cId="3401696677" sldId="278"/>
            <ac:grpSpMk id="33" creationId="{9DB3963A-4187-4A72-9DA4-CA6BADE22931}"/>
          </ac:grpSpMkLst>
        </pc:grpChg>
        <pc:picChg chg="add del">
          <ac:chgData name="Mohamed Said" userId="c984d98e041f7c81" providerId="LiveId" clId="{069A57E7-94AE-451A-8696-DE99A9D74ABF}" dt="2023-06-14T19:32:37.562" v="1062" actId="26606"/>
          <ac:picMkLst>
            <pc:docMk/>
            <pc:sldMk cId="3401696677" sldId="278"/>
            <ac:picMk id="9" creationId="{F28F25CD-EC8C-7A90-084D-85937698E430}"/>
          </ac:picMkLst>
        </pc:picChg>
      </pc:sldChg>
      <pc:sldChg chg="modSp mod setBg">
        <pc:chgData name="Mohamed Said" userId="c984d98e041f7c81" providerId="LiveId" clId="{069A57E7-94AE-451A-8696-DE99A9D74ABF}" dt="2023-06-15T13:10:40.007" v="1964" actId="14826"/>
        <pc:sldMkLst>
          <pc:docMk/>
          <pc:sldMk cId="4254606248" sldId="279"/>
        </pc:sldMkLst>
        <pc:spChg chg="mod">
          <ac:chgData name="Mohamed Said" userId="c984d98e041f7c81" providerId="LiveId" clId="{069A57E7-94AE-451A-8696-DE99A9D74ABF}" dt="2023-06-14T19:49:13.675" v="1224" actId="113"/>
          <ac:spMkLst>
            <pc:docMk/>
            <pc:sldMk cId="4254606248" sldId="279"/>
            <ac:spMk id="2" creationId="{DB83F8E4-3CD3-0BE4-62B7-904DDB5FAD17}"/>
          </ac:spMkLst>
        </pc:spChg>
        <pc:picChg chg="mod">
          <ac:chgData name="Mohamed Said" userId="c984d98e041f7c81" providerId="LiveId" clId="{069A57E7-94AE-451A-8696-DE99A9D74ABF}" dt="2023-06-15T13:10:40.007" v="1964" actId="14826"/>
          <ac:picMkLst>
            <pc:docMk/>
            <pc:sldMk cId="4254606248" sldId="279"/>
            <ac:picMk id="5" creationId="{4B393CAD-37C7-8D3F-1BC0-50D58C48E458}"/>
          </ac:picMkLst>
        </pc:picChg>
      </pc:sldChg>
      <pc:sldChg chg="modSp mod">
        <pc:chgData name="Mohamed Said" userId="c984d98e041f7c81" providerId="LiveId" clId="{069A57E7-94AE-451A-8696-DE99A9D74ABF}" dt="2023-06-14T20:54:13.862" v="1731" actId="14100"/>
        <pc:sldMkLst>
          <pc:docMk/>
          <pc:sldMk cId="305697595" sldId="280"/>
        </pc:sldMkLst>
        <pc:spChg chg="mod">
          <ac:chgData name="Mohamed Said" userId="c984d98e041f7c81" providerId="LiveId" clId="{069A57E7-94AE-451A-8696-DE99A9D74ABF}" dt="2023-06-14T20:54:13.862" v="1731" actId="14100"/>
          <ac:spMkLst>
            <pc:docMk/>
            <pc:sldMk cId="305697595" sldId="280"/>
            <ac:spMk id="2" creationId="{C0E13C6A-D1AF-33FD-8633-14A7E43D3155}"/>
          </ac:spMkLst>
        </pc:spChg>
        <pc:picChg chg="mod">
          <ac:chgData name="Mohamed Said" userId="c984d98e041f7c81" providerId="LiveId" clId="{069A57E7-94AE-451A-8696-DE99A9D74ABF}" dt="2023-06-14T20:54:09.812" v="1730" actId="14100"/>
          <ac:picMkLst>
            <pc:docMk/>
            <pc:sldMk cId="305697595" sldId="280"/>
            <ac:picMk id="5" creationId="{CA397CEA-3777-9A68-0F64-A6F5EFCB4F80}"/>
          </ac:picMkLst>
        </pc:picChg>
      </pc:sldChg>
      <pc:sldChg chg="modSp mod">
        <pc:chgData name="Mohamed Said" userId="c984d98e041f7c81" providerId="LiveId" clId="{069A57E7-94AE-451A-8696-DE99A9D74ABF}" dt="2023-06-14T20:54:18.703" v="1732" actId="14100"/>
        <pc:sldMkLst>
          <pc:docMk/>
          <pc:sldMk cId="3001189552" sldId="281"/>
        </pc:sldMkLst>
        <pc:spChg chg="mod">
          <ac:chgData name="Mohamed Said" userId="c984d98e041f7c81" providerId="LiveId" clId="{069A57E7-94AE-451A-8696-DE99A9D74ABF}" dt="2023-06-14T20:54:18.703" v="1732" actId="14100"/>
          <ac:spMkLst>
            <pc:docMk/>
            <pc:sldMk cId="3001189552" sldId="281"/>
            <ac:spMk id="2" creationId="{B5148B66-22C5-2EE2-1375-CAEC86FC6248}"/>
          </ac:spMkLst>
        </pc:spChg>
        <pc:picChg chg="mod">
          <ac:chgData name="Mohamed Said" userId="c984d98e041f7c81" providerId="LiveId" clId="{069A57E7-94AE-451A-8696-DE99A9D74ABF}" dt="2023-06-14T19:48:12.989" v="1211" actId="14100"/>
          <ac:picMkLst>
            <pc:docMk/>
            <pc:sldMk cId="3001189552" sldId="281"/>
            <ac:picMk id="5" creationId="{28108206-A1E4-CF9B-6EE1-9F5C96C59946}"/>
          </ac:picMkLst>
        </pc:picChg>
      </pc:sldChg>
      <pc:sldChg chg="modSp mod">
        <pc:chgData name="Mohamed Said" userId="c984d98e041f7c81" providerId="LiveId" clId="{069A57E7-94AE-451A-8696-DE99A9D74ABF}" dt="2023-06-14T20:54:30.046" v="1734" actId="14100"/>
        <pc:sldMkLst>
          <pc:docMk/>
          <pc:sldMk cId="3942288347" sldId="282"/>
        </pc:sldMkLst>
        <pc:spChg chg="mod">
          <ac:chgData name="Mohamed Said" userId="c984d98e041f7c81" providerId="LiveId" clId="{069A57E7-94AE-451A-8696-DE99A9D74ABF}" dt="2023-06-14T20:54:24.964" v="1733" actId="14100"/>
          <ac:spMkLst>
            <pc:docMk/>
            <pc:sldMk cId="3942288347" sldId="282"/>
            <ac:spMk id="2" creationId="{918E2D1D-CAE5-DCD5-172C-06C2381ADC78}"/>
          </ac:spMkLst>
        </pc:spChg>
        <pc:picChg chg="mod">
          <ac:chgData name="Mohamed Said" userId="c984d98e041f7c81" providerId="LiveId" clId="{069A57E7-94AE-451A-8696-DE99A9D74ABF}" dt="2023-06-14T20:54:30.046" v="1734" actId="14100"/>
          <ac:picMkLst>
            <pc:docMk/>
            <pc:sldMk cId="3942288347" sldId="282"/>
            <ac:picMk id="5" creationId="{01D17883-D947-4451-6572-D0CE7515E8A2}"/>
          </ac:picMkLst>
        </pc:picChg>
      </pc:sldChg>
      <pc:sldChg chg="modSp mod">
        <pc:chgData name="Mohamed Said" userId="c984d98e041f7c81" providerId="LiveId" clId="{069A57E7-94AE-451A-8696-DE99A9D74ABF}" dt="2023-06-14T19:47:29.778" v="1202" actId="113"/>
        <pc:sldMkLst>
          <pc:docMk/>
          <pc:sldMk cId="1434752136" sldId="283"/>
        </pc:sldMkLst>
        <pc:spChg chg="mod">
          <ac:chgData name="Mohamed Said" userId="c984d98e041f7c81" providerId="LiveId" clId="{069A57E7-94AE-451A-8696-DE99A9D74ABF}" dt="2023-06-14T19:47:29.778" v="1202" actId="113"/>
          <ac:spMkLst>
            <pc:docMk/>
            <pc:sldMk cId="1434752136" sldId="283"/>
            <ac:spMk id="2" creationId="{E4FA9290-CEA3-D45F-E317-3B5D25612B54}"/>
          </ac:spMkLst>
        </pc:spChg>
        <pc:picChg chg="mod">
          <ac:chgData name="Mohamed Said" userId="c984d98e041f7c81" providerId="LiveId" clId="{069A57E7-94AE-451A-8696-DE99A9D74ABF}" dt="2023-06-14T19:47:25.271" v="1201" actId="14100"/>
          <ac:picMkLst>
            <pc:docMk/>
            <pc:sldMk cId="1434752136" sldId="283"/>
            <ac:picMk id="5" creationId="{A8B1B09F-4AA2-4D4A-4B99-367803082E03}"/>
          </ac:picMkLst>
        </pc:picChg>
      </pc:sldChg>
      <pc:sldChg chg="modSp mod">
        <pc:chgData name="Mohamed Said" userId="c984d98e041f7c81" providerId="LiveId" clId="{069A57E7-94AE-451A-8696-DE99A9D74ABF}" dt="2023-06-14T20:54:52.412" v="1736" actId="14100"/>
        <pc:sldMkLst>
          <pc:docMk/>
          <pc:sldMk cId="3637547090" sldId="284"/>
        </pc:sldMkLst>
        <pc:spChg chg="mod">
          <ac:chgData name="Mohamed Said" userId="c984d98e041f7c81" providerId="LiveId" clId="{069A57E7-94AE-451A-8696-DE99A9D74ABF}" dt="2023-06-14T20:54:48.210" v="1735" actId="14100"/>
          <ac:spMkLst>
            <pc:docMk/>
            <pc:sldMk cId="3637547090" sldId="284"/>
            <ac:spMk id="2" creationId="{CBE7488A-3B67-30CA-B603-F09982CDF752}"/>
          </ac:spMkLst>
        </pc:spChg>
        <pc:picChg chg="mod">
          <ac:chgData name="Mohamed Said" userId="c984d98e041f7c81" providerId="LiveId" clId="{069A57E7-94AE-451A-8696-DE99A9D74ABF}" dt="2023-06-14T20:54:52.412" v="1736" actId="14100"/>
          <ac:picMkLst>
            <pc:docMk/>
            <pc:sldMk cId="3637547090" sldId="284"/>
            <ac:picMk id="5" creationId="{F9DF68EA-1B8F-B96A-814C-FE531FCAB1A0}"/>
          </ac:picMkLst>
        </pc:picChg>
      </pc:sldChg>
      <pc:sldChg chg="modSp mod">
        <pc:chgData name="Mohamed Said" userId="c984d98e041f7c81" providerId="LiveId" clId="{069A57E7-94AE-451A-8696-DE99A9D74ABF}" dt="2023-06-14T20:55:06.852" v="1739" actId="14100"/>
        <pc:sldMkLst>
          <pc:docMk/>
          <pc:sldMk cId="1551553987" sldId="285"/>
        </pc:sldMkLst>
        <pc:spChg chg="mod">
          <ac:chgData name="Mohamed Said" userId="c984d98e041f7c81" providerId="LiveId" clId="{069A57E7-94AE-451A-8696-DE99A9D74ABF}" dt="2023-06-14T20:54:55.831" v="1737" actId="14100"/>
          <ac:spMkLst>
            <pc:docMk/>
            <pc:sldMk cId="1551553987" sldId="285"/>
            <ac:spMk id="2" creationId="{D437FE31-ECF4-22AA-D892-565D9FA98580}"/>
          </ac:spMkLst>
        </pc:spChg>
        <pc:picChg chg="mod">
          <ac:chgData name="Mohamed Said" userId="c984d98e041f7c81" providerId="LiveId" clId="{069A57E7-94AE-451A-8696-DE99A9D74ABF}" dt="2023-06-14T20:55:06.852" v="1739" actId="14100"/>
          <ac:picMkLst>
            <pc:docMk/>
            <pc:sldMk cId="1551553987" sldId="285"/>
            <ac:picMk id="5" creationId="{CA271256-1517-1EEA-BAE1-B94C9054466E}"/>
          </ac:picMkLst>
        </pc:picChg>
      </pc:sldChg>
      <pc:sldChg chg="modSp mod">
        <pc:chgData name="Mohamed Said" userId="c984d98e041f7c81" providerId="LiveId" clId="{069A57E7-94AE-451A-8696-DE99A9D74ABF}" dt="2023-06-14T20:28:47.026" v="1685" actId="14826"/>
        <pc:sldMkLst>
          <pc:docMk/>
          <pc:sldMk cId="3551705062" sldId="286"/>
        </pc:sldMkLst>
        <pc:spChg chg="mod">
          <ac:chgData name="Mohamed Said" userId="c984d98e041f7c81" providerId="LiveId" clId="{069A57E7-94AE-451A-8696-DE99A9D74ABF}" dt="2023-06-14T19:46:01.891" v="1186" actId="113"/>
          <ac:spMkLst>
            <pc:docMk/>
            <pc:sldMk cId="3551705062" sldId="286"/>
            <ac:spMk id="2" creationId="{A3470EC0-7F87-449D-C5CA-F4801F839E4B}"/>
          </ac:spMkLst>
        </pc:spChg>
        <pc:picChg chg="mod">
          <ac:chgData name="Mohamed Said" userId="c984d98e041f7c81" providerId="LiveId" clId="{069A57E7-94AE-451A-8696-DE99A9D74ABF}" dt="2023-06-14T20:28:47.026" v="1685" actId="14826"/>
          <ac:picMkLst>
            <pc:docMk/>
            <pc:sldMk cId="3551705062" sldId="286"/>
            <ac:picMk id="7" creationId="{D0AE4CB1-BC4A-8E5E-D3B4-9A4C5B234195}"/>
          </ac:picMkLst>
        </pc:picChg>
      </pc:sldChg>
      <pc:sldChg chg="modSp mod">
        <pc:chgData name="Mohamed Said" userId="c984d98e041f7c81" providerId="LiveId" clId="{069A57E7-94AE-451A-8696-DE99A9D74ABF}" dt="2023-06-14T20:55:18.806" v="1741" actId="14100"/>
        <pc:sldMkLst>
          <pc:docMk/>
          <pc:sldMk cId="3119523660" sldId="287"/>
        </pc:sldMkLst>
        <pc:spChg chg="mod">
          <ac:chgData name="Mohamed Said" userId="c984d98e041f7c81" providerId="LiveId" clId="{069A57E7-94AE-451A-8696-DE99A9D74ABF}" dt="2023-06-14T20:55:13.743" v="1740" actId="14100"/>
          <ac:spMkLst>
            <pc:docMk/>
            <pc:sldMk cId="3119523660" sldId="287"/>
            <ac:spMk id="2" creationId="{D38AE2A7-AAE2-508A-7414-20ECA3D1D6E4}"/>
          </ac:spMkLst>
        </pc:spChg>
        <pc:picChg chg="mod">
          <ac:chgData name="Mohamed Said" userId="c984d98e041f7c81" providerId="LiveId" clId="{069A57E7-94AE-451A-8696-DE99A9D74ABF}" dt="2023-06-14T20:55:18.806" v="1741" actId="14100"/>
          <ac:picMkLst>
            <pc:docMk/>
            <pc:sldMk cId="3119523660" sldId="287"/>
            <ac:picMk id="5" creationId="{87EE1B17-97A1-A541-6443-894D51D6E41E}"/>
          </ac:picMkLst>
        </pc:picChg>
      </pc:sldChg>
      <pc:sldChg chg="modSp mod">
        <pc:chgData name="Mohamed Said" userId="c984d98e041f7c81" providerId="LiveId" clId="{069A57E7-94AE-451A-8696-DE99A9D74ABF}" dt="2023-06-14T20:55:27.396" v="1743" actId="14100"/>
        <pc:sldMkLst>
          <pc:docMk/>
          <pc:sldMk cId="3445384545" sldId="288"/>
        </pc:sldMkLst>
        <pc:spChg chg="mod">
          <ac:chgData name="Mohamed Said" userId="c984d98e041f7c81" providerId="LiveId" clId="{069A57E7-94AE-451A-8696-DE99A9D74ABF}" dt="2023-06-14T20:55:23.092" v="1742" actId="14100"/>
          <ac:spMkLst>
            <pc:docMk/>
            <pc:sldMk cId="3445384545" sldId="288"/>
            <ac:spMk id="2" creationId="{1D87B86C-C862-EE69-1F22-E5E8E401D31B}"/>
          </ac:spMkLst>
        </pc:spChg>
        <pc:picChg chg="mod">
          <ac:chgData name="Mohamed Said" userId="c984d98e041f7c81" providerId="LiveId" clId="{069A57E7-94AE-451A-8696-DE99A9D74ABF}" dt="2023-06-14T20:55:27.396" v="1743" actId="14100"/>
          <ac:picMkLst>
            <pc:docMk/>
            <pc:sldMk cId="3445384545" sldId="288"/>
            <ac:picMk id="5" creationId="{6B693794-0845-E9EE-F8C5-C8C3E4D158CF}"/>
          </ac:picMkLst>
        </pc:picChg>
      </pc:sldChg>
      <pc:sldChg chg="modSp mod">
        <pc:chgData name="Mohamed Said" userId="c984d98e041f7c81" providerId="LiveId" clId="{069A57E7-94AE-451A-8696-DE99A9D74ABF}" dt="2023-06-14T20:55:36.968" v="1745" actId="14100"/>
        <pc:sldMkLst>
          <pc:docMk/>
          <pc:sldMk cId="860279000" sldId="289"/>
        </pc:sldMkLst>
        <pc:spChg chg="mod">
          <ac:chgData name="Mohamed Said" userId="c984d98e041f7c81" providerId="LiveId" clId="{069A57E7-94AE-451A-8696-DE99A9D74ABF}" dt="2023-06-14T20:55:33.638" v="1744" actId="14100"/>
          <ac:spMkLst>
            <pc:docMk/>
            <pc:sldMk cId="860279000" sldId="289"/>
            <ac:spMk id="2" creationId="{9D3419D1-F4C1-B630-079F-55CFBE5DC9EF}"/>
          </ac:spMkLst>
        </pc:spChg>
        <pc:picChg chg="mod">
          <ac:chgData name="Mohamed Said" userId="c984d98e041f7c81" providerId="LiveId" clId="{069A57E7-94AE-451A-8696-DE99A9D74ABF}" dt="2023-06-14T20:55:36.968" v="1745" actId="14100"/>
          <ac:picMkLst>
            <pc:docMk/>
            <pc:sldMk cId="860279000" sldId="289"/>
            <ac:picMk id="5" creationId="{761FC4D8-C1C2-D2BD-FC8F-28D0135B4D59}"/>
          </ac:picMkLst>
        </pc:picChg>
      </pc:sldChg>
      <pc:sldChg chg="modSp mod">
        <pc:chgData name="Mohamed Said" userId="c984d98e041f7c81" providerId="LiveId" clId="{069A57E7-94AE-451A-8696-DE99A9D74ABF}" dt="2023-06-14T19:45:19.570" v="1180" actId="113"/>
        <pc:sldMkLst>
          <pc:docMk/>
          <pc:sldMk cId="3348806349" sldId="290"/>
        </pc:sldMkLst>
        <pc:spChg chg="mod">
          <ac:chgData name="Mohamed Said" userId="c984d98e041f7c81" providerId="LiveId" clId="{069A57E7-94AE-451A-8696-DE99A9D74ABF}" dt="2023-06-14T19:45:19.570" v="1180" actId="113"/>
          <ac:spMkLst>
            <pc:docMk/>
            <pc:sldMk cId="3348806349" sldId="290"/>
            <ac:spMk id="2" creationId="{17DE17A0-9ECC-4137-D8F7-DFF9ECE4AD3C}"/>
          </ac:spMkLst>
        </pc:spChg>
        <pc:picChg chg="mod">
          <ac:chgData name="Mohamed Said" userId="c984d98e041f7c81" providerId="LiveId" clId="{069A57E7-94AE-451A-8696-DE99A9D74ABF}" dt="2023-06-14T19:43:50.088" v="1167" actId="14100"/>
          <ac:picMkLst>
            <pc:docMk/>
            <pc:sldMk cId="3348806349" sldId="290"/>
            <ac:picMk id="5" creationId="{BA36D305-4021-55C5-EE5E-9407A47C3861}"/>
          </ac:picMkLst>
        </pc:picChg>
      </pc:sldChg>
      <pc:sldChg chg="modSp mod">
        <pc:chgData name="Mohamed Said" userId="c984d98e041f7c81" providerId="LiveId" clId="{069A57E7-94AE-451A-8696-DE99A9D74ABF}" dt="2023-06-14T21:09:33.811" v="1770" actId="255"/>
        <pc:sldMkLst>
          <pc:docMk/>
          <pc:sldMk cId="3945970469" sldId="291"/>
        </pc:sldMkLst>
        <pc:spChg chg="mod">
          <ac:chgData name="Mohamed Said" userId="c984d98e041f7c81" providerId="LiveId" clId="{069A57E7-94AE-451A-8696-DE99A9D74ABF}" dt="2023-06-14T21:09:33.811" v="1770" actId="255"/>
          <ac:spMkLst>
            <pc:docMk/>
            <pc:sldMk cId="3945970469" sldId="291"/>
            <ac:spMk id="2" creationId="{443414E5-422D-F34E-9E4E-119ECC911930}"/>
          </ac:spMkLst>
        </pc:spChg>
        <pc:spChg chg="mod">
          <ac:chgData name="Mohamed Said" userId="c984d98e041f7c81" providerId="LiveId" clId="{069A57E7-94AE-451A-8696-DE99A9D74ABF}" dt="2023-06-14T20:11:31.609" v="1517" actId="255"/>
          <ac:spMkLst>
            <pc:docMk/>
            <pc:sldMk cId="3945970469" sldId="291"/>
            <ac:spMk id="3" creationId="{BFC617F3-56CB-345A-0D87-95463E87A506}"/>
          </ac:spMkLst>
        </pc:spChg>
      </pc:sldChg>
      <pc:sldChg chg="modSp new mod">
        <pc:chgData name="Mohamed Said" userId="c984d98e041f7c81" providerId="LiveId" clId="{069A57E7-94AE-451A-8696-DE99A9D74ABF}" dt="2023-06-16T18:01:30.433" v="2070" actId="13900"/>
        <pc:sldMkLst>
          <pc:docMk/>
          <pc:sldMk cId="987592388" sldId="292"/>
        </pc:sldMkLst>
        <pc:spChg chg="mod">
          <ac:chgData name="Mohamed Said" userId="c984d98e041f7c81" providerId="LiveId" clId="{069A57E7-94AE-451A-8696-DE99A9D74ABF}" dt="2023-06-14T20:17:00.499" v="1679" actId="20577"/>
          <ac:spMkLst>
            <pc:docMk/>
            <pc:sldMk cId="987592388" sldId="292"/>
            <ac:spMk id="2" creationId="{921854AA-98CE-180F-3ECD-5D6BE9D817E4}"/>
          </ac:spMkLst>
        </pc:spChg>
        <pc:spChg chg="mod">
          <ac:chgData name="Mohamed Said" userId="c984d98e041f7c81" providerId="LiveId" clId="{069A57E7-94AE-451A-8696-DE99A9D74ABF}" dt="2023-06-16T18:01:30.433" v="2070" actId="13900"/>
          <ac:spMkLst>
            <pc:docMk/>
            <pc:sldMk cId="987592388" sldId="292"/>
            <ac:spMk id="3" creationId="{ADBF4CEA-5F40-201D-EF1C-6AF95CFB80AA}"/>
          </ac:spMkLst>
        </pc:spChg>
      </pc:sldChg>
      <pc:sldChg chg="addSp delSp modSp new mod setBg">
        <pc:chgData name="Mohamed Said" userId="c984d98e041f7c81" providerId="LiveId" clId="{069A57E7-94AE-451A-8696-DE99A9D74ABF}" dt="2023-06-15T12:52:48.066" v="1790" actId="26606"/>
        <pc:sldMkLst>
          <pc:docMk/>
          <pc:sldMk cId="2049890325" sldId="293"/>
        </pc:sldMkLst>
        <pc:spChg chg="add del">
          <ac:chgData name="Mohamed Said" userId="c984d98e041f7c81" providerId="LiveId" clId="{069A57E7-94AE-451A-8696-DE99A9D74ABF}" dt="2023-06-15T12:52:42.008" v="1787" actId="26606"/>
          <ac:spMkLst>
            <pc:docMk/>
            <pc:sldMk cId="2049890325" sldId="293"/>
            <ac:spMk id="8" creationId="{8950AD4C-6AF3-49F8-94E1-DBCAFB39478B}"/>
          </ac:spMkLst>
        </pc:spChg>
        <pc:spChg chg="add del">
          <ac:chgData name="Mohamed Said" userId="c984d98e041f7c81" providerId="LiveId" clId="{069A57E7-94AE-451A-8696-DE99A9D74ABF}" dt="2023-06-15T12:52:42.008" v="1787" actId="26606"/>
          <ac:spMkLst>
            <pc:docMk/>
            <pc:sldMk cId="2049890325" sldId="293"/>
            <ac:spMk id="10" creationId="{8DBEAE55-3EA1-41D7-A212-5F7D8986C1F2}"/>
          </ac:spMkLst>
        </pc:spChg>
        <pc:spChg chg="add del">
          <ac:chgData name="Mohamed Said" userId="c984d98e041f7c81" providerId="LiveId" clId="{069A57E7-94AE-451A-8696-DE99A9D74ABF}" dt="2023-06-15T12:52:42.008" v="1787" actId="26606"/>
          <ac:spMkLst>
            <pc:docMk/>
            <pc:sldMk cId="2049890325" sldId="293"/>
            <ac:spMk id="12" creationId="{CFC5F0E7-644F-4101-BE72-12825CF537E7}"/>
          </ac:spMkLst>
        </pc:spChg>
        <pc:spChg chg="add del">
          <ac:chgData name="Mohamed Said" userId="c984d98e041f7c81" providerId="LiveId" clId="{069A57E7-94AE-451A-8696-DE99A9D74ABF}" dt="2023-06-15T12:52:42.008" v="1787" actId="26606"/>
          <ac:spMkLst>
            <pc:docMk/>
            <pc:sldMk cId="2049890325" sldId="293"/>
            <ac:spMk id="14" creationId="{B1F9B6B4-B0C4-45C6-A086-901C960D03E7}"/>
          </ac:spMkLst>
        </pc:spChg>
        <pc:spChg chg="add del">
          <ac:chgData name="Mohamed Said" userId="c984d98e041f7c81" providerId="LiveId" clId="{069A57E7-94AE-451A-8696-DE99A9D74ABF}" dt="2023-06-15T12:52:48.065" v="1789" actId="26606"/>
          <ac:spMkLst>
            <pc:docMk/>
            <pc:sldMk cId="2049890325" sldId="293"/>
            <ac:spMk id="16" creationId="{E559D998-AB6C-46E1-B394-118E9A1E2D62}"/>
          </ac:spMkLst>
        </pc:spChg>
        <pc:spChg chg="add">
          <ac:chgData name="Mohamed Said" userId="c984d98e041f7c81" providerId="LiveId" clId="{069A57E7-94AE-451A-8696-DE99A9D74ABF}" dt="2023-06-15T12:52:48.066" v="1790" actId="26606"/>
          <ac:spMkLst>
            <pc:docMk/>
            <pc:sldMk cId="2049890325" sldId="293"/>
            <ac:spMk id="18" creationId="{42A4FC2C-047E-45A5-965D-8E1E3BF09BC6}"/>
          </ac:spMkLst>
        </pc:spChg>
        <pc:picChg chg="add mod">
          <ac:chgData name="Mohamed Said" userId="c984d98e041f7c81" providerId="LiveId" clId="{069A57E7-94AE-451A-8696-DE99A9D74ABF}" dt="2023-06-15T12:52:48.066" v="1790" actId="26606"/>
          <ac:picMkLst>
            <pc:docMk/>
            <pc:sldMk cId="2049890325" sldId="293"/>
            <ac:picMk id="3" creationId="{1F6C6690-3AD2-C963-F9BF-F603F8F972CC}"/>
          </ac:picMkLst>
        </pc:picChg>
      </pc:sldChg>
      <pc:sldChg chg="new del">
        <pc:chgData name="Mohamed Said" userId="c984d98e041f7c81" providerId="LiveId" clId="{069A57E7-94AE-451A-8696-DE99A9D74ABF}" dt="2023-06-15T12:51:56.676" v="1781" actId="680"/>
        <pc:sldMkLst>
          <pc:docMk/>
          <pc:sldMk cId="4069236909" sldId="293"/>
        </pc:sldMkLst>
      </pc:sldChg>
      <pc:sldChg chg="addSp delSp modSp new mod setBg">
        <pc:chgData name="Mohamed Said" userId="c984d98e041f7c81" providerId="LiveId" clId="{069A57E7-94AE-451A-8696-DE99A9D74ABF}" dt="2023-06-15T14:17:39.458" v="2029" actId="14100"/>
        <pc:sldMkLst>
          <pc:docMk/>
          <pc:sldMk cId="1473779215" sldId="294"/>
        </pc:sldMkLst>
        <pc:spChg chg="mod">
          <ac:chgData name="Mohamed Said" userId="c984d98e041f7c81" providerId="LiveId" clId="{069A57E7-94AE-451A-8696-DE99A9D74ABF}" dt="2023-06-15T12:56:45.391" v="1835" actId="26606"/>
          <ac:spMkLst>
            <pc:docMk/>
            <pc:sldMk cId="1473779215" sldId="294"/>
            <ac:spMk id="2" creationId="{69DDB274-F435-AE3C-6F98-21914BD9E0AC}"/>
          </ac:spMkLst>
        </pc:spChg>
        <pc:spChg chg="del">
          <ac:chgData name="Mohamed Said" userId="c984d98e041f7c81" providerId="LiveId" clId="{069A57E7-94AE-451A-8696-DE99A9D74ABF}" dt="2023-06-15T12:55:07.850" v="1792" actId="931"/>
          <ac:spMkLst>
            <pc:docMk/>
            <pc:sldMk cId="1473779215" sldId="294"/>
            <ac:spMk id="3" creationId="{4E12954A-BFC0-9D07-EB23-C8CE2A3B52E0}"/>
          </ac:spMkLst>
        </pc:spChg>
        <pc:spChg chg="del">
          <ac:chgData name="Mohamed Said" userId="c984d98e041f7c81" providerId="LiveId" clId="{069A57E7-94AE-451A-8696-DE99A9D74ABF}" dt="2023-06-15T12:55:27.337" v="1795" actId="931"/>
          <ac:spMkLst>
            <pc:docMk/>
            <pc:sldMk cId="1473779215" sldId="294"/>
            <ac:spMk id="4" creationId="{C1A881DE-32A2-9E57-0D02-C7E03B87B26A}"/>
          </ac:spMkLst>
        </pc:spChg>
        <pc:spChg chg="add del">
          <ac:chgData name="Mohamed Said" userId="c984d98e041f7c81" providerId="LiveId" clId="{069A57E7-94AE-451A-8696-DE99A9D74ABF}" dt="2023-06-15T12:56:45.391" v="1835" actId="26606"/>
          <ac:spMkLst>
            <pc:docMk/>
            <pc:sldMk cId="1473779215" sldId="294"/>
            <ac:spMk id="13" creationId="{022BDE4A-8A20-4A69-9C5A-581C82036A4D}"/>
          </ac:spMkLst>
        </pc:spChg>
        <pc:picChg chg="add mod">
          <ac:chgData name="Mohamed Said" userId="c984d98e041f7c81" providerId="LiveId" clId="{069A57E7-94AE-451A-8696-DE99A9D74ABF}" dt="2023-06-15T12:56:59.406" v="1838" actId="14100"/>
          <ac:picMkLst>
            <pc:docMk/>
            <pc:sldMk cId="1473779215" sldId="294"/>
            <ac:picMk id="6" creationId="{51546D6B-3BA1-1104-CAEC-EA38136EB2E1}"/>
          </ac:picMkLst>
        </pc:picChg>
        <pc:picChg chg="add mod">
          <ac:chgData name="Mohamed Said" userId="c984d98e041f7c81" providerId="LiveId" clId="{069A57E7-94AE-451A-8696-DE99A9D74ABF}" dt="2023-06-15T14:17:39.458" v="2029" actId="14100"/>
          <ac:picMkLst>
            <pc:docMk/>
            <pc:sldMk cId="1473779215" sldId="294"/>
            <ac:picMk id="8" creationId="{71EA73D9-D589-6658-F85C-5C8F26BEAC85}"/>
          </ac:picMkLst>
        </pc:picChg>
      </pc:sldChg>
      <pc:sldChg chg="addSp delSp modSp new mod">
        <pc:chgData name="Mohamed Said" userId="c984d98e041f7c81" providerId="LiveId" clId="{069A57E7-94AE-451A-8696-DE99A9D74ABF}" dt="2023-06-15T14:17:51.065" v="2031" actId="14100"/>
        <pc:sldMkLst>
          <pc:docMk/>
          <pc:sldMk cId="3563259061" sldId="295"/>
        </pc:sldMkLst>
        <pc:spChg chg="mod">
          <ac:chgData name="Mohamed Said" userId="c984d98e041f7c81" providerId="LiveId" clId="{069A57E7-94AE-451A-8696-DE99A9D74ABF}" dt="2023-06-15T13:00:04.898" v="1913" actId="20577"/>
          <ac:spMkLst>
            <pc:docMk/>
            <pc:sldMk cId="3563259061" sldId="295"/>
            <ac:spMk id="2" creationId="{7CA4B13D-BF87-8FD3-5DF3-B6E75ADFE6B6}"/>
          </ac:spMkLst>
        </pc:spChg>
        <pc:spChg chg="del">
          <ac:chgData name="Mohamed Said" userId="c984d98e041f7c81" providerId="LiveId" clId="{069A57E7-94AE-451A-8696-DE99A9D74ABF}" dt="2023-06-15T12:57:57.605" v="1844" actId="931"/>
          <ac:spMkLst>
            <pc:docMk/>
            <pc:sldMk cId="3563259061" sldId="295"/>
            <ac:spMk id="3" creationId="{B62F7625-4CBA-0CD1-00FA-8FDF1EE9F170}"/>
          </ac:spMkLst>
        </pc:spChg>
        <pc:spChg chg="del">
          <ac:chgData name="Mohamed Said" userId="c984d98e041f7c81" providerId="LiveId" clId="{069A57E7-94AE-451A-8696-DE99A9D74ABF}" dt="2023-06-15T12:58:14.061" v="1847" actId="931"/>
          <ac:spMkLst>
            <pc:docMk/>
            <pc:sldMk cId="3563259061" sldId="295"/>
            <ac:spMk id="4" creationId="{56021204-C059-9312-DA3B-AC8D8092B2A9}"/>
          </ac:spMkLst>
        </pc:spChg>
        <pc:picChg chg="add mod">
          <ac:chgData name="Mohamed Said" userId="c984d98e041f7c81" providerId="LiveId" clId="{069A57E7-94AE-451A-8696-DE99A9D74ABF}" dt="2023-06-15T14:17:51.065" v="2031" actId="14100"/>
          <ac:picMkLst>
            <pc:docMk/>
            <pc:sldMk cId="3563259061" sldId="295"/>
            <ac:picMk id="6" creationId="{189BAD8A-E7D7-35F8-30C7-573DB6426A38}"/>
          </ac:picMkLst>
        </pc:picChg>
        <pc:picChg chg="add mod">
          <ac:chgData name="Mohamed Said" userId="c984d98e041f7c81" providerId="LiveId" clId="{069A57E7-94AE-451A-8696-DE99A9D74ABF}" dt="2023-06-15T14:17:47.800" v="2030" actId="14100"/>
          <ac:picMkLst>
            <pc:docMk/>
            <pc:sldMk cId="3563259061" sldId="295"/>
            <ac:picMk id="8" creationId="{88B563EA-A523-382F-FCD5-4E18F046C498}"/>
          </ac:picMkLst>
        </pc:picChg>
      </pc:sldChg>
      <pc:sldChg chg="addSp delSp modSp new mod">
        <pc:chgData name="Mohamed Said" userId="c984d98e041f7c81" providerId="LiveId" clId="{069A57E7-94AE-451A-8696-DE99A9D74ABF}" dt="2023-06-15T14:18:04.018" v="2033" actId="14100"/>
        <pc:sldMkLst>
          <pc:docMk/>
          <pc:sldMk cId="3898510182" sldId="296"/>
        </pc:sldMkLst>
        <pc:spChg chg="mod">
          <ac:chgData name="Mohamed Said" userId="c984d98e041f7c81" providerId="LiveId" clId="{069A57E7-94AE-451A-8696-DE99A9D74ABF}" dt="2023-06-15T13:03:11.306" v="1962" actId="122"/>
          <ac:spMkLst>
            <pc:docMk/>
            <pc:sldMk cId="3898510182" sldId="296"/>
            <ac:spMk id="2" creationId="{712F2FA9-A5D9-AA4C-A244-D2EBFDD72881}"/>
          </ac:spMkLst>
        </pc:spChg>
        <pc:spChg chg="del">
          <ac:chgData name="Mohamed Said" userId="c984d98e041f7c81" providerId="LiveId" clId="{069A57E7-94AE-451A-8696-DE99A9D74ABF}" dt="2023-06-15T13:00:56.794" v="1915" actId="931"/>
          <ac:spMkLst>
            <pc:docMk/>
            <pc:sldMk cId="3898510182" sldId="296"/>
            <ac:spMk id="3" creationId="{D419AE04-FEA6-0510-1BBE-F058A7D0FCF6}"/>
          </ac:spMkLst>
        </pc:spChg>
        <pc:spChg chg="del">
          <ac:chgData name="Mohamed Said" userId="c984d98e041f7c81" providerId="LiveId" clId="{069A57E7-94AE-451A-8696-DE99A9D74ABF}" dt="2023-06-15T13:01:08.705" v="1918" actId="931"/>
          <ac:spMkLst>
            <pc:docMk/>
            <pc:sldMk cId="3898510182" sldId="296"/>
            <ac:spMk id="4" creationId="{BD4FE06A-2459-6A2C-C515-54D100976D8A}"/>
          </ac:spMkLst>
        </pc:spChg>
        <pc:picChg chg="add mod">
          <ac:chgData name="Mohamed Said" userId="c984d98e041f7c81" providerId="LiveId" clId="{069A57E7-94AE-451A-8696-DE99A9D74ABF}" dt="2023-06-15T14:18:04.018" v="2033" actId="14100"/>
          <ac:picMkLst>
            <pc:docMk/>
            <pc:sldMk cId="3898510182" sldId="296"/>
            <ac:picMk id="6" creationId="{FB1F7572-D470-C8CC-FE90-345D57773FAE}"/>
          </ac:picMkLst>
        </pc:picChg>
        <pc:picChg chg="add mod">
          <ac:chgData name="Mohamed Said" userId="c984d98e041f7c81" providerId="LiveId" clId="{069A57E7-94AE-451A-8696-DE99A9D74ABF}" dt="2023-06-15T14:17:57.785" v="2032" actId="14100"/>
          <ac:picMkLst>
            <pc:docMk/>
            <pc:sldMk cId="3898510182" sldId="296"/>
            <ac:picMk id="8" creationId="{731CDF25-86A6-E08C-AC70-76452F7C1AE2}"/>
          </ac:picMkLst>
        </pc:picChg>
      </pc:sldChg>
      <pc:sldChg chg="modSp new del mod">
        <pc:chgData name="Mohamed Said" userId="c984d98e041f7c81" providerId="LiveId" clId="{069A57E7-94AE-451A-8696-DE99A9D74ABF}" dt="2023-06-15T13:16:01.930" v="1988" actId="680"/>
        <pc:sldMkLst>
          <pc:docMk/>
          <pc:sldMk cId="2530801111" sldId="297"/>
        </pc:sldMkLst>
        <pc:spChg chg="mod">
          <ac:chgData name="Mohamed Said" userId="c984d98e041f7c81" providerId="LiveId" clId="{069A57E7-94AE-451A-8696-DE99A9D74ABF}" dt="2023-06-15T13:16:01.152" v="1987" actId="14100"/>
          <ac:spMkLst>
            <pc:docMk/>
            <pc:sldMk cId="2530801111" sldId="297"/>
            <ac:spMk id="2" creationId="{1B66C650-9890-7F96-845D-447789E383F8}"/>
          </ac:spMkLst>
        </pc:spChg>
      </pc:sldChg>
      <pc:sldChg chg="new del">
        <pc:chgData name="Mohamed Said" userId="c984d98e041f7c81" providerId="LiveId" clId="{069A57E7-94AE-451A-8696-DE99A9D74ABF}" dt="2023-06-15T13:13:38.396" v="1968" actId="680"/>
        <pc:sldMkLst>
          <pc:docMk/>
          <pc:sldMk cId="2658930357" sldId="297"/>
        </pc:sldMkLst>
      </pc:sldChg>
      <pc:sldChg chg="addSp delSp modSp new mod">
        <pc:chgData name="Mohamed Said" userId="c984d98e041f7c81" providerId="LiveId" clId="{069A57E7-94AE-451A-8696-DE99A9D74ABF}" dt="2023-06-16T18:00:34.811" v="2062" actId="122"/>
        <pc:sldMkLst>
          <pc:docMk/>
          <pc:sldMk cId="3825007026" sldId="297"/>
        </pc:sldMkLst>
        <pc:spChg chg="mod">
          <ac:chgData name="Mohamed Said" userId="c984d98e041f7c81" providerId="LiveId" clId="{069A57E7-94AE-451A-8696-DE99A9D74ABF}" dt="2023-06-16T18:00:34.811" v="2062" actId="122"/>
          <ac:spMkLst>
            <pc:docMk/>
            <pc:sldMk cId="3825007026" sldId="297"/>
            <ac:spMk id="2" creationId="{5D5CCE8B-33FC-B937-1883-6B54FBF47686}"/>
          </ac:spMkLst>
        </pc:spChg>
        <pc:spChg chg="del mod">
          <ac:chgData name="Mohamed Said" userId="c984d98e041f7c81" providerId="LiveId" clId="{069A57E7-94AE-451A-8696-DE99A9D74ABF}" dt="2023-06-15T13:17:05.928" v="2010" actId="21"/>
          <ac:spMkLst>
            <pc:docMk/>
            <pc:sldMk cId="3825007026" sldId="297"/>
            <ac:spMk id="3" creationId="{AE8B1104-6163-F104-0266-4EC543BFC1A1}"/>
          </ac:spMkLst>
        </pc:spChg>
        <pc:picChg chg="add mod">
          <ac:chgData name="Mohamed Said" userId="c984d98e041f7c81" providerId="LiveId" clId="{069A57E7-94AE-451A-8696-DE99A9D74ABF}" dt="2023-06-15T13:19:24.448" v="2026" actId="1076"/>
          <ac:picMkLst>
            <pc:docMk/>
            <pc:sldMk cId="3825007026" sldId="297"/>
            <ac:picMk id="4" creationId="{454E1BA5-0AB6-E814-4905-E0C39FDF6ED5}"/>
          </ac:picMkLst>
        </pc:picChg>
        <pc:picChg chg="add mod">
          <ac:chgData name="Mohamed Said" userId="c984d98e041f7c81" providerId="LiveId" clId="{069A57E7-94AE-451A-8696-DE99A9D74ABF}" dt="2023-06-15T13:19:19.114" v="2025" actId="1076"/>
          <ac:picMkLst>
            <pc:docMk/>
            <pc:sldMk cId="3825007026" sldId="297"/>
            <ac:picMk id="5" creationId="{1AEB3D41-7079-A158-3572-DC306A00C0D1}"/>
          </ac:picMkLst>
        </pc:picChg>
      </pc:sldChg>
      <pc:sldChg chg="addSp delSp modSp new del mod">
        <pc:chgData name="Mohamed Said" userId="c984d98e041f7c81" providerId="LiveId" clId="{069A57E7-94AE-451A-8696-DE99A9D74ABF}" dt="2023-06-15T13:15:09.223" v="1982" actId="680"/>
        <pc:sldMkLst>
          <pc:docMk/>
          <pc:sldMk cId="3878230768" sldId="297"/>
        </pc:sldMkLst>
        <pc:spChg chg="mod">
          <ac:chgData name="Mohamed Said" userId="c984d98e041f7c81" providerId="LiveId" clId="{069A57E7-94AE-451A-8696-DE99A9D74ABF}" dt="2023-06-15T13:14:44.148" v="1979"/>
          <ac:spMkLst>
            <pc:docMk/>
            <pc:sldMk cId="3878230768" sldId="297"/>
            <ac:spMk id="2" creationId="{4FD129F4-A6D7-43BB-F7E7-13066949F816}"/>
          </ac:spMkLst>
        </pc:spChg>
        <pc:spChg chg="mod">
          <ac:chgData name="Mohamed Said" userId="c984d98e041f7c81" providerId="LiveId" clId="{069A57E7-94AE-451A-8696-DE99A9D74ABF}" dt="2023-06-15T13:15:08.506" v="1981"/>
          <ac:spMkLst>
            <pc:docMk/>
            <pc:sldMk cId="3878230768" sldId="297"/>
            <ac:spMk id="3" creationId="{23E56A50-E98D-B1AF-B64A-33E9E1B517F4}"/>
          </ac:spMkLst>
        </pc:spChg>
        <pc:picChg chg="add del mod">
          <ac:chgData name="Mohamed Said" userId="c984d98e041f7c81" providerId="LiveId" clId="{069A57E7-94AE-451A-8696-DE99A9D74ABF}" dt="2023-06-15T13:14:31.414" v="1977"/>
          <ac:picMkLst>
            <pc:docMk/>
            <pc:sldMk cId="3878230768" sldId="297"/>
            <ac:picMk id="4" creationId="{C1F6B4E3-08D0-351B-9635-28E8BCB0D390}"/>
          </ac:picMkLst>
        </pc:picChg>
      </pc:sldChg>
      <pc:sldChg chg="new del">
        <pc:chgData name="Mohamed Said" userId="c984d98e041f7c81" providerId="LiveId" clId="{069A57E7-94AE-451A-8696-DE99A9D74ABF}" dt="2023-06-15T13:11:14.097" v="1966" actId="680"/>
        <pc:sldMkLst>
          <pc:docMk/>
          <pc:sldMk cId="4004378930" sldId="297"/>
        </pc:sldMkLst>
      </pc:sldChg>
      <pc:sldChg chg="new del">
        <pc:chgData name="Mohamed Said" userId="c984d98e041f7c81" providerId="LiveId" clId="{069A57E7-94AE-451A-8696-DE99A9D74ABF}" dt="2023-06-15T13:15:28.546" v="1984" actId="680"/>
        <pc:sldMkLst>
          <pc:docMk/>
          <pc:sldMk cId="4107635237" sldId="297"/>
        </pc:sldMkLst>
      </pc:sldChg>
      <pc:sldChg chg="addSp delSp modSp new mod">
        <pc:chgData name="Mohamed Said" userId="c984d98e041f7c81" providerId="LiveId" clId="{069A57E7-94AE-451A-8696-DE99A9D74ABF}" dt="2023-06-17T02:03:21.098" v="2104" actId="255"/>
        <pc:sldMkLst>
          <pc:docMk/>
          <pc:sldMk cId="3006648683" sldId="298"/>
        </pc:sldMkLst>
        <pc:spChg chg="mod">
          <ac:chgData name="Mohamed Said" userId="c984d98e041f7c81" providerId="LiveId" clId="{069A57E7-94AE-451A-8696-DE99A9D74ABF}" dt="2023-06-17T02:03:21.098" v="2104" actId="255"/>
          <ac:spMkLst>
            <pc:docMk/>
            <pc:sldMk cId="3006648683" sldId="298"/>
            <ac:spMk id="2" creationId="{45985B7C-6FD4-A0AA-8289-D99C9EDE8A01}"/>
          </ac:spMkLst>
        </pc:spChg>
        <pc:spChg chg="del">
          <ac:chgData name="Mohamed Said" userId="c984d98e041f7c81" providerId="LiveId" clId="{069A57E7-94AE-451A-8696-DE99A9D74ABF}" dt="2023-06-17T02:02:24.425" v="2084" actId="931"/>
          <ac:spMkLst>
            <pc:docMk/>
            <pc:sldMk cId="3006648683" sldId="298"/>
            <ac:spMk id="3" creationId="{6CADCDB5-07E6-FF39-4034-A5A79AC0451A}"/>
          </ac:spMkLst>
        </pc:spChg>
        <pc:picChg chg="add mod">
          <ac:chgData name="Mohamed Said" userId="c984d98e041f7c81" providerId="LiveId" clId="{069A57E7-94AE-451A-8696-DE99A9D74ABF}" dt="2023-06-17T02:02:44.362" v="2089" actId="14100"/>
          <ac:picMkLst>
            <pc:docMk/>
            <pc:sldMk cId="3006648683" sldId="298"/>
            <ac:picMk id="5" creationId="{5C474A82-2F49-F6E1-87C5-C2F8F3B0EA2E}"/>
          </ac:picMkLst>
        </pc:picChg>
      </pc:sldChg>
      <pc:sldMasterChg chg="setBg modSldLayout">
        <pc:chgData name="Mohamed Said" userId="c984d98e041f7c81" providerId="LiveId" clId="{069A57E7-94AE-451A-8696-DE99A9D74ABF}" dt="2023-06-14T19:23:59.415" v="982"/>
        <pc:sldMasterMkLst>
          <pc:docMk/>
          <pc:sldMasterMk cId="734372408" sldId="2147483858"/>
        </pc:sldMasterMkLst>
        <pc:sldLayoutChg chg="setBg">
          <pc:chgData name="Mohamed Said" userId="c984d98e041f7c81" providerId="LiveId" clId="{069A57E7-94AE-451A-8696-DE99A9D74ABF}" dt="2023-06-14T19:23:59.415" v="982"/>
          <pc:sldLayoutMkLst>
            <pc:docMk/>
            <pc:sldMasterMk cId="734372408" sldId="2147483858"/>
            <pc:sldLayoutMk cId="4169735011" sldId="2147483859"/>
          </pc:sldLayoutMkLst>
        </pc:sldLayoutChg>
        <pc:sldLayoutChg chg="setBg">
          <pc:chgData name="Mohamed Said" userId="c984d98e041f7c81" providerId="LiveId" clId="{069A57E7-94AE-451A-8696-DE99A9D74ABF}" dt="2023-06-14T19:23:59.415" v="982"/>
          <pc:sldLayoutMkLst>
            <pc:docMk/>
            <pc:sldMasterMk cId="734372408" sldId="2147483858"/>
            <pc:sldLayoutMk cId="1133499478" sldId="2147483860"/>
          </pc:sldLayoutMkLst>
        </pc:sldLayoutChg>
        <pc:sldLayoutChg chg="setBg">
          <pc:chgData name="Mohamed Said" userId="c984d98e041f7c81" providerId="LiveId" clId="{069A57E7-94AE-451A-8696-DE99A9D74ABF}" dt="2023-06-14T19:23:59.415" v="982"/>
          <pc:sldLayoutMkLst>
            <pc:docMk/>
            <pc:sldMasterMk cId="734372408" sldId="2147483858"/>
            <pc:sldLayoutMk cId="1429812761" sldId="2147483861"/>
          </pc:sldLayoutMkLst>
        </pc:sldLayoutChg>
        <pc:sldLayoutChg chg="setBg">
          <pc:chgData name="Mohamed Said" userId="c984d98e041f7c81" providerId="LiveId" clId="{069A57E7-94AE-451A-8696-DE99A9D74ABF}" dt="2023-06-14T19:23:59.415" v="982"/>
          <pc:sldLayoutMkLst>
            <pc:docMk/>
            <pc:sldMasterMk cId="734372408" sldId="2147483858"/>
            <pc:sldLayoutMk cId="1923960161" sldId="2147483862"/>
          </pc:sldLayoutMkLst>
        </pc:sldLayoutChg>
        <pc:sldLayoutChg chg="setBg">
          <pc:chgData name="Mohamed Said" userId="c984d98e041f7c81" providerId="LiveId" clId="{069A57E7-94AE-451A-8696-DE99A9D74ABF}" dt="2023-06-14T19:23:59.415" v="982"/>
          <pc:sldLayoutMkLst>
            <pc:docMk/>
            <pc:sldMasterMk cId="734372408" sldId="2147483858"/>
            <pc:sldLayoutMk cId="3259974303" sldId="2147483863"/>
          </pc:sldLayoutMkLst>
        </pc:sldLayoutChg>
        <pc:sldLayoutChg chg="setBg">
          <pc:chgData name="Mohamed Said" userId="c984d98e041f7c81" providerId="LiveId" clId="{069A57E7-94AE-451A-8696-DE99A9D74ABF}" dt="2023-06-14T19:23:59.415" v="982"/>
          <pc:sldLayoutMkLst>
            <pc:docMk/>
            <pc:sldMasterMk cId="734372408" sldId="2147483858"/>
            <pc:sldLayoutMk cId="1672091406" sldId="2147483864"/>
          </pc:sldLayoutMkLst>
        </pc:sldLayoutChg>
        <pc:sldLayoutChg chg="setBg">
          <pc:chgData name="Mohamed Said" userId="c984d98e041f7c81" providerId="LiveId" clId="{069A57E7-94AE-451A-8696-DE99A9D74ABF}" dt="2023-06-14T19:23:59.415" v="982"/>
          <pc:sldLayoutMkLst>
            <pc:docMk/>
            <pc:sldMasterMk cId="734372408" sldId="2147483858"/>
            <pc:sldLayoutMk cId="3489827754" sldId="2147483865"/>
          </pc:sldLayoutMkLst>
        </pc:sldLayoutChg>
        <pc:sldLayoutChg chg="setBg">
          <pc:chgData name="Mohamed Said" userId="c984d98e041f7c81" providerId="LiveId" clId="{069A57E7-94AE-451A-8696-DE99A9D74ABF}" dt="2023-06-14T19:23:59.415" v="982"/>
          <pc:sldLayoutMkLst>
            <pc:docMk/>
            <pc:sldMasterMk cId="734372408" sldId="2147483858"/>
            <pc:sldLayoutMk cId="1572605227" sldId="2147483866"/>
          </pc:sldLayoutMkLst>
        </pc:sldLayoutChg>
        <pc:sldLayoutChg chg="setBg">
          <pc:chgData name="Mohamed Said" userId="c984d98e041f7c81" providerId="LiveId" clId="{069A57E7-94AE-451A-8696-DE99A9D74ABF}" dt="2023-06-14T19:23:59.415" v="982"/>
          <pc:sldLayoutMkLst>
            <pc:docMk/>
            <pc:sldMasterMk cId="734372408" sldId="2147483858"/>
            <pc:sldLayoutMk cId="19776442" sldId="2147483867"/>
          </pc:sldLayoutMkLst>
        </pc:sldLayoutChg>
        <pc:sldLayoutChg chg="setBg">
          <pc:chgData name="Mohamed Said" userId="c984d98e041f7c81" providerId="LiveId" clId="{069A57E7-94AE-451A-8696-DE99A9D74ABF}" dt="2023-06-14T19:23:59.415" v="982"/>
          <pc:sldLayoutMkLst>
            <pc:docMk/>
            <pc:sldMasterMk cId="734372408" sldId="2147483858"/>
            <pc:sldLayoutMk cId="2388549519" sldId="2147483868"/>
          </pc:sldLayoutMkLst>
        </pc:sldLayoutChg>
        <pc:sldLayoutChg chg="setBg">
          <pc:chgData name="Mohamed Said" userId="c984d98e041f7c81" providerId="LiveId" clId="{069A57E7-94AE-451A-8696-DE99A9D74ABF}" dt="2023-06-14T19:23:59.415" v="982"/>
          <pc:sldLayoutMkLst>
            <pc:docMk/>
            <pc:sldMasterMk cId="734372408" sldId="2147483858"/>
            <pc:sldLayoutMk cId="1761325710" sldId="2147483869"/>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892B1-2359-9AAB-CD61-096535E5E3E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C1A32BA-1903-6560-50C2-D7E8F4F1E33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C8F4A43-C0CD-EB61-2261-82A4CF7618D4}"/>
              </a:ext>
            </a:extLst>
          </p:cNvPr>
          <p:cNvSpPr>
            <a:spLocks noGrp="1"/>
          </p:cNvSpPr>
          <p:nvPr>
            <p:ph type="dt" sz="half" idx="10"/>
          </p:nvPr>
        </p:nvSpPr>
        <p:spPr/>
        <p:txBody>
          <a:bodyPr/>
          <a:lstStyle/>
          <a:p>
            <a:fld id="{6B7B805F-8C6B-48D7-B8CD-6895446993AC}" type="datetimeFigureOut">
              <a:rPr lang="en-US" smtClean="0"/>
              <a:t>6/17/2023</a:t>
            </a:fld>
            <a:endParaRPr lang="en-US"/>
          </a:p>
        </p:txBody>
      </p:sp>
      <p:sp>
        <p:nvSpPr>
          <p:cNvPr id="5" name="Footer Placeholder 4">
            <a:extLst>
              <a:ext uri="{FF2B5EF4-FFF2-40B4-BE49-F238E27FC236}">
                <a16:creationId xmlns:a16="http://schemas.microsoft.com/office/drawing/2014/main" id="{9DD6DED7-D871-8FD7-0F31-70D423B24A4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3B2CA0-E4A9-BE56-D8C2-CCF76B5D47CD}"/>
              </a:ext>
            </a:extLst>
          </p:cNvPr>
          <p:cNvSpPr>
            <a:spLocks noGrp="1"/>
          </p:cNvSpPr>
          <p:nvPr>
            <p:ph type="sldNum" sz="quarter" idx="12"/>
          </p:nvPr>
        </p:nvSpPr>
        <p:spPr/>
        <p:txBody>
          <a:bodyPr/>
          <a:lstStyle/>
          <a:p>
            <a:fld id="{60FC82A8-3112-4625-8503-D8A66BC27970}" type="slidenum">
              <a:rPr lang="en-US" smtClean="0"/>
              <a:t>‹#›</a:t>
            </a:fld>
            <a:endParaRPr lang="en-US"/>
          </a:p>
        </p:txBody>
      </p:sp>
    </p:spTree>
    <p:extLst>
      <p:ext uri="{BB962C8B-B14F-4D97-AF65-F5344CB8AC3E}">
        <p14:creationId xmlns:p14="http://schemas.microsoft.com/office/powerpoint/2010/main" val="41697350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B67180-6317-9676-14C7-AF758719E29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911C40C-7F84-70E2-57F9-2C3A6CA0B21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B022D1-26E2-C4C2-5DF2-9280F1072CC5}"/>
              </a:ext>
            </a:extLst>
          </p:cNvPr>
          <p:cNvSpPr>
            <a:spLocks noGrp="1"/>
          </p:cNvSpPr>
          <p:nvPr>
            <p:ph type="dt" sz="half" idx="10"/>
          </p:nvPr>
        </p:nvSpPr>
        <p:spPr/>
        <p:txBody>
          <a:bodyPr/>
          <a:lstStyle/>
          <a:p>
            <a:fld id="{6B7B805F-8C6B-48D7-B8CD-6895446993AC}" type="datetimeFigureOut">
              <a:rPr lang="en-US" smtClean="0"/>
              <a:t>6/17/2023</a:t>
            </a:fld>
            <a:endParaRPr lang="en-US"/>
          </a:p>
        </p:txBody>
      </p:sp>
      <p:sp>
        <p:nvSpPr>
          <p:cNvPr id="5" name="Footer Placeholder 4">
            <a:extLst>
              <a:ext uri="{FF2B5EF4-FFF2-40B4-BE49-F238E27FC236}">
                <a16:creationId xmlns:a16="http://schemas.microsoft.com/office/drawing/2014/main" id="{CAE81B47-01C2-6708-2B04-018B8015E6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76103A-89B6-18B0-AC00-CCE05B643427}"/>
              </a:ext>
            </a:extLst>
          </p:cNvPr>
          <p:cNvSpPr>
            <a:spLocks noGrp="1"/>
          </p:cNvSpPr>
          <p:nvPr>
            <p:ph type="sldNum" sz="quarter" idx="12"/>
          </p:nvPr>
        </p:nvSpPr>
        <p:spPr/>
        <p:txBody>
          <a:bodyPr/>
          <a:lstStyle/>
          <a:p>
            <a:fld id="{60FC82A8-3112-4625-8503-D8A66BC27970}" type="slidenum">
              <a:rPr lang="en-US" smtClean="0"/>
              <a:t>‹#›</a:t>
            </a:fld>
            <a:endParaRPr lang="en-US"/>
          </a:p>
        </p:txBody>
      </p:sp>
    </p:spTree>
    <p:extLst>
      <p:ext uri="{BB962C8B-B14F-4D97-AF65-F5344CB8AC3E}">
        <p14:creationId xmlns:p14="http://schemas.microsoft.com/office/powerpoint/2010/main" val="11334994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729D5-F38A-54ED-0808-06198FA53AF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34D0606-62C9-516A-1ED1-D66EBE5BC71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B6F6CED-21B4-1A88-AE13-332DA8C3403A}"/>
              </a:ext>
            </a:extLst>
          </p:cNvPr>
          <p:cNvSpPr>
            <a:spLocks noGrp="1"/>
          </p:cNvSpPr>
          <p:nvPr>
            <p:ph type="dt" sz="half" idx="10"/>
          </p:nvPr>
        </p:nvSpPr>
        <p:spPr/>
        <p:txBody>
          <a:bodyPr/>
          <a:lstStyle/>
          <a:p>
            <a:fld id="{6B7B805F-8C6B-48D7-B8CD-6895446993AC}" type="datetimeFigureOut">
              <a:rPr lang="en-US" smtClean="0"/>
              <a:t>6/17/2023</a:t>
            </a:fld>
            <a:endParaRPr lang="en-US"/>
          </a:p>
        </p:txBody>
      </p:sp>
      <p:sp>
        <p:nvSpPr>
          <p:cNvPr id="5" name="Footer Placeholder 4">
            <a:extLst>
              <a:ext uri="{FF2B5EF4-FFF2-40B4-BE49-F238E27FC236}">
                <a16:creationId xmlns:a16="http://schemas.microsoft.com/office/drawing/2014/main" id="{7196CCB7-3B5B-8041-E497-C6BF22390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C4E720-A9EC-B3D4-B14A-D141768313E2}"/>
              </a:ext>
            </a:extLst>
          </p:cNvPr>
          <p:cNvSpPr>
            <a:spLocks noGrp="1"/>
          </p:cNvSpPr>
          <p:nvPr>
            <p:ph type="sldNum" sz="quarter" idx="12"/>
          </p:nvPr>
        </p:nvSpPr>
        <p:spPr/>
        <p:txBody>
          <a:bodyPr/>
          <a:lstStyle/>
          <a:p>
            <a:fld id="{60FC82A8-3112-4625-8503-D8A66BC27970}" type="slidenum">
              <a:rPr lang="en-US" smtClean="0"/>
              <a:t>‹#›</a:t>
            </a:fld>
            <a:endParaRPr lang="en-US"/>
          </a:p>
        </p:txBody>
      </p:sp>
    </p:spTree>
    <p:extLst>
      <p:ext uri="{BB962C8B-B14F-4D97-AF65-F5344CB8AC3E}">
        <p14:creationId xmlns:p14="http://schemas.microsoft.com/office/powerpoint/2010/main" val="14298127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86315F-76AF-69D1-85CB-B8EADC7837F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E20456A-586D-002F-26DD-94A61FE5A4D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B4309E7-025D-F0F7-1513-C6254823AEB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C9DA32C-5706-A396-26D4-F958322B288F}"/>
              </a:ext>
            </a:extLst>
          </p:cNvPr>
          <p:cNvSpPr>
            <a:spLocks noGrp="1"/>
          </p:cNvSpPr>
          <p:nvPr>
            <p:ph type="dt" sz="half" idx="10"/>
          </p:nvPr>
        </p:nvSpPr>
        <p:spPr/>
        <p:txBody>
          <a:bodyPr/>
          <a:lstStyle/>
          <a:p>
            <a:fld id="{6B7B805F-8C6B-48D7-B8CD-6895446993AC}" type="datetimeFigureOut">
              <a:rPr lang="en-US" smtClean="0"/>
              <a:t>6/17/2023</a:t>
            </a:fld>
            <a:endParaRPr lang="en-US"/>
          </a:p>
        </p:txBody>
      </p:sp>
      <p:sp>
        <p:nvSpPr>
          <p:cNvPr id="6" name="Footer Placeholder 5">
            <a:extLst>
              <a:ext uri="{FF2B5EF4-FFF2-40B4-BE49-F238E27FC236}">
                <a16:creationId xmlns:a16="http://schemas.microsoft.com/office/drawing/2014/main" id="{A69D8716-816A-1416-A7CF-8F276095F67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DAA1DFD-203C-89D7-F3F3-011518F1F1A7}"/>
              </a:ext>
            </a:extLst>
          </p:cNvPr>
          <p:cNvSpPr>
            <a:spLocks noGrp="1"/>
          </p:cNvSpPr>
          <p:nvPr>
            <p:ph type="sldNum" sz="quarter" idx="12"/>
          </p:nvPr>
        </p:nvSpPr>
        <p:spPr/>
        <p:txBody>
          <a:bodyPr/>
          <a:lstStyle/>
          <a:p>
            <a:fld id="{60FC82A8-3112-4625-8503-D8A66BC27970}" type="slidenum">
              <a:rPr lang="en-US" smtClean="0"/>
              <a:t>‹#›</a:t>
            </a:fld>
            <a:endParaRPr lang="en-US"/>
          </a:p>
        </p:txBody>
      </p:sp>
    </p:spTree>
    <p:extLst>
      <p:ext uri="{BB962C8B-B14F-4D97-AF65-F5344CB8AC3E}">
        <p14:creationId xmlns:p14="http://schemas.microsoft.com/office/powerpoint/2010/main" val="19239601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C8E96-C254-A085-7842-751A69A4E13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8DD364A-C4EC-FC27-EAFB-4B2EA88856F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19A998B-5847-C114-ECEC-078CF03DBA5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C6C7442-24CE-3555-1CCC-1B8DD69705D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577A25B-7118-63FF-5021-52E682B9EB5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09D9505-377A-B5E1-63FF-CFBF81AE293B}"/>
              </a:ext>
            </a:extLst>
          </p:cNvPr>
          <p:cNvSpPr>
            <a:spLocks noGrp="1"/>
          </p:cNvSpPr>
          <p:nvPr>
            <p:ph type="dt" sz="half" idx="10"/>
          </p:nvPr>
        </p:nvSpPr>
        <p:spPr/>
        <p:txBody>
          <a:bodyPr/>
          <a:lstStyle/>
          <a:p>
            <a:fld id="{6B7B805F-8C6B-48D7-B8CD-6895446993AC}" type="datetimeFigureOut">
              <a:rPr lang="en-US" smtClean="0"/>
              <a:t>6/17/2023</a:t>
            </a:fld>
            <a:endParaRPr lang="en-US"/>
          </a:p>
        </p:txBody>
      </p:sp>
      <p:sp>
        <p:nvSpPr>
          <p:cNvPr id="8" name="Footer Placeholder 7">
            <a:extLst>
              <a:ext uri="{FF2B5EF4-FFF2-40B4-BE49-F238E27FC236}">
                <a16:creationId xmlns:a16="http://schemas.microsoft.com/office/drawing/2014/main" id="{225CC1A3-9A1F-9A62-B38B-B896BBDA620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4EA89F9-F9C0-EE75-0671-C18671435C7B}"/>
              </a:ext>
            </a:extLst>
          </p:cNvPr>
          <p:cNvSpPr>
            <a:spLocks noGrp="1"/>
          </p:cNvSpPr>
          <p:nvPr>
            <p:ph type="sldNum" sz="quarter" idx="12"/>
          </p:nvPr>
        </p:nvSpPr>
        <p:spPr/>
        <p:txBody>
          <a:bodyPr/>
          <a:lstStyle/>
          <a:p>
            <a:fld id="{60FC82A8-3112-4625-8503-D8A66BC27970}" type="slidenum">
              <a:rPr lang="en-US" smtClean="0"/>
              <a:t>‹#›</a:t>
            </a:fld>
            <a:endParaRPr lang="en-US"/>
          </a:p>
        </p:txBody>
      </p:sp>
    </p:spTree>
    <p:extLst>
      <p:ext uri="{BB962C8B-B14F-4D97-AF65-F5344CB8AC3E}">
        <p14:creationId xmlns:p14="http://schemas.microsoft.com/office/powerpoint/2010/main" val="32599743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148D0-23A6-302B-87E0-E0E9E5413C4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8EC92B1-F380-E2CC-433F-B61F574988FB}"/>
              </a:ext>
            </a:extLst>
          </p:cNvPr>
          <p:cNvSpPr>
            <a:spLocks noGrp="1"/>
          </p:cNvSpPr>
          <p:nvPr>
            <p:ph type="dt" sz="half" idx="10"/>
          </p:nvPr>
        </p:nvSpPr>
        <p:spPr/>
        <p:txBody>
          <a:bodyPr/>
          <a:lstStyle/>
          <a:p>
            <a:fld id="{6B7B805F-8C6B-48D7-B8CD-6895446993AC}" type="datetimeFigureOut">
              <a:rPr lang="en-US" smtClean="0"/>
              <a:t>6/17/2023</a:t>
            </a:fld>
            <a:endParaRPr lang="en-US"/>
          </a:p>
        </p:txBody>
      </p:sp>
      <p:sp>
        <p:nvSpPr>
          <p:cNvPr id="4" name="Footer Placeholder 3">
            <a:extLst>
              <a:ext uri="{FF2B5EF4-FFF2-40B4-BE49-F238E27FC236}">
                <a16:creationId xmlns:a16="http://schemas.microsoft.com/office/drawing/2014/main" id="{9553B26A-E134-4351-F8FF-8836FFC0BFB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434FCBD-4D69-01C2-D3B6-847894A06BFD}"/>
              </a:ext>
            </a:extLst>
          </p:cNvPr>
          <p:cNvSpPr>
            <a:spLocks noGrp="1"/>
          </p:cNvSpPr>
          <p:nvPr>
            <p:ph type="sldNum" sz="quarter" idx="12"/>
          </p:nvPr>
        </p:nvSpPr>
        <p:spPr/>
        <p:txBody>
          <a:bodyPr/>
          <a:lstStyle/>
          <a:p>
            <a:fld id="{60FC82A8-3112-4625-8503-D8A66BC27970}" type="slidenum">
              <a:rPr lang="en-US" smtClean="0"/>
              <a:t>‹#›</a:t>
            </a:fld>
            <a:endParaRPr lang="en-US"/>
          </a:p>
        </p:txBody>
      </p:sp>
    </p:spTree>
    <p:extLst>
      <p:ext uri="{BB962C8B-B14F-4D97-AF65-F5344CB8AC3E}">
        <p14:creationId xmlns:p14="http://schemas.microsoft.com/office/powerpoint/2010/main" val="16720914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FB5743-3A17-038C-6189-D3F52184485A}"/>
              </a:ext>
            </a:extLst>
          </p:cNvPr>
          <p:cNvSpPr>
            <a:spLocks noGrp="1"/>
          </p:cNvSpPr>
          <p:nvPr>
            <p:ph type="dt" sz="half" idx="10"/>
          </p:nvPr>
        </p:nvSpPr>
        <p:spPr/>
        <p:txBody>
          <a:bodyPr/>
          <a:lstStyle/>
          <a:p>
            <a:fld id="{6B7B805F-8C6B-48D7-B8CD-6895446993AC}" type="datetimeFigureOut">
              <a:rPr lang="en-US" smtClean="0"/>
              <a:t>6/17/2023</a:t>
            </a:fld>
            <a:endParaRPr lang="en-US"/>
          </a:p>
        </p:txBody>
      </p:sp>
      <p:sp>
        <p:nvSpPr>
          <p:cNvPr id="3" name="Footer Placeholder 2">
            <a:extLst>
              <a:ext uri="{FF2B5EF4-FFF2-40B4-BE49-F238E27FC236}">
                <a16:creationId xmlns:a16="http://schemas.microsoft.com/office/drawing/2014/main" id="{B4B834A7-6B8B-7ED9-CB5E-7770F3C178B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D94C5DB-5312-4272-5A88-DD21F4CBEFAE}"/>
              </a:ext>
            </a:extLst>
          </p:cNvPr>
          <p:cNvSpPr>
            <a:spLocks noGrp="1"/>
          </p:cNvSpPr>
          <p:nvPr>
            <p:ph type="sldNum" sz="quarter" idx="12"/>
          </p:nvPr>
        </p:nvSpPr>
        <p:spPr/>
        <p:txBody>
          <a:bodyPr/>
          <a:lstStyle/>
          <a:p>
            <a:fld id="{60FC82A8-3112-4625-8503-D8A66BC27970}" type="slidenum">
              <a:rPr lang="en-US" smtClean="0"/>
              <a:t>‹#›</a:t>
            </a:fld>
            <a:endParaRPr lang="en-US"/>
          </a:p>
        </p:txBody>
      </p:sp>
    </p:spTree>
    <p:extLst>
      <p:ext uri="{BB962C8B-B14F-4D97-AF65-F5344CB8AC3E}">
        <p14:creationId xmlns:p14="http://schemas.microsoft.com/office/powerpoint/2010/main" val="34898277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997F6A-D738-4F66-C28F-930780A31B9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14E0072-1858-6883-594F-6317AC3CFF7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7954B5D-6636-CBAE-2204-B4F2E42CD8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6E29F8C-E764-E087-B449-8D36610FE26C}"/>
              </a:ext>
            </a:extLst>
          </p:cNvPr>
          <p:cNvSpPr>
            <a:spLocks noGrp="1"/>
          </p:cNvSpPr>
          <p:nvPr>
            <p:ph type="dt" sz="half" idx="10"/>
          </p:nvPr>
        </p:nvSpPr>
        <p:spPr/>
        <p:txBody>
          <a:bodyPr/>
          <a:lstStyle/>
          <a:p>
            <a:fld id="{6B7B805F-8C6B-48D7-B8CD-6895446993AC}" type="datetimeFigureOut">
              <a:rPr lang="en-US" smtClean="0"/>
              <a:t>6/17/2023</a:t>
            </a:fld>
            <a:endParaRPr lang="en-US"/>
          </a:p>
        </p:txBody>
      </p:sp>
      <p:sp>
        <p:nvSpPr>
          <p:cNvPr id="6" name="Footer Placeholder 5">
            <a:extLst>
              <a:ext uri="{FF2B5EF4-FFF2-40B4-BE49-F238E27FC236}">
                <a16:creationId xmlns:a16="http://schemas.microsoft.com/office/drawing/2014/main" id="{2CDDF8C3-4A1A-2371-A9C5-CE965D2F614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2639D6D-5A79-1FBA-E4D9-D700DC78021E}"/>
              </a:ext>
            </a:extLst>
          </p:cNvPr>
          <p:cNvSpPr>
            <a:spLocks noGrp="1"/>
          </p:cNvSpPr>
          <p:nvPr>
            <p:ph type="sldNum" sz="quarter" idx="12"/>
          </p:nvPr>
        </p:nvSpPr>
        <p:spPr/>
        <p:txBody>
          <a:bodyPr/>
          <a:lstStyle/>
          <a:p>
            <a:fld id="{60FC82A8-3112-4625-8503-D8A66BC27970}" type="slidenum">
              <a:rPr lang="en-US" smtClean="0"/>
              <a:t>‹#›</a:t>
            </a:fld>
            <a:endParaRPr lang="en-US"/>
          </a:p>
        </p:txBody>
      </p:sp>
    </p:spTree>
    <p:extLst>
      <p:ext uri="{BB962C8B-B14F-4D97-AF65-F5344CB8AC3E}">
        <p14:creationId xmlns:p14="http://schemas.microsoft.com/office/powerpoint/2010/main" val="15726052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59BAB-EB43-B6CF-B6A0-829F1CE00E3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9C6C2ED-82A4-8E06-CC0E-3CF2E051FEC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EE84FEC-6CD6-5279-953A-701C78C379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30D1AB-4D35-F838-F50F-B6AF590B75E8}"/>
              </a:ext>
            </a:extLst>
          </p:cNvPr>
          <p:cNvSpPr>
            <a:spLocks noGrp="1"/>
          </p:cNvSpPr>
          <p:nvPr>
            <p:ph type="dt" sz="half" idx="10"/>
          </p:nvPr>
        </p:nvSpPr>
        <p:spPr/>
        <p:txBody>
          <a:bodyPr/>
          <a:lstStyle/>
          <a:p>
            <a:fld id="{6B7B805F-8C6B-48D7-B8CD-6895446993AC}" type="datetimeFigureOut">
              <a:rPr lang="en-US" smtClean="0"/>
              <a:t>6/17/2023</a:t>
            </a:fld>
            <a:endParaRPr lang="en-US"/>
          </a:p>
        </p:txBody>
      </p:sp>
      <p:sp>
        <p:nvSpPr>
          <p:cNvPr id="6" name="Footer Placeholder 5">
            <a:extLst>
              <a:ext uri="{FF2B5EF4-FFF2-40B4-BE49-F238E27FC236}">
                <a16:creationId xmlns:a16="http://schemas.microsoft.com/office/drawing/2014/main" id="{4A53545D-37CD-7C40-DD0E-D2A7878F20E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51E8C5-F2C4-3DEF-51F3-FCB5FCAECF34}"/>
              </a:ext>
            </a:extLst>
          </p:cNvPr>
          <p:cNvSpPr>
            <a:spLocks noGrp="1"/>
          </p:cNvSpPr>
          <p:nvPr>
            <p:ph type="sldNum" sz="quarter" idx="12"/>
          </p:nvPr>
        </p:nvSpPr>
        <p:spPr/>
        <p:txBody>
          <a:bodyPr/>
          <a:lstStyle/>
          <a:p>
            <a:fld id="{60FC82A8-3112-4625-8503-D8A66BC27970}" type="slidenum">
              <a:rPr lang="en-US" smtClean="0"/>
              <a:t>‹#›</a:t>
            </a:fld>
            <a:endParaRPr lang="en-US"/>
          </a:p>
        </p:txBody>
      </p:sp>
    </p:spTree>
    <p:extLst>
      <p:ext uri="{BB962C8B-B14F-4D97-AF65-F5344CB8AC3E}">
        <p14:creationId xmlns:p14="http://schemas.microsoft.com/office/powerpoint/2010/main" val="197764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F4495-4F6B-21B9-55F9-1EA3F56D8CE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89EBA80-8D03-B67A-158F-664CF34EC5C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C669AF-5F59-26E5-CB92-3F871136CE5E}"/>
              </a:ext>
            </a:extLst>
          </p:cNvPr>
          <p:cNvSpPr>
            <a:spLocks noGrp="1"/>
          </p:cNvSpPr>
          <p:nvPr>
            <p:ph type="dt" sz="half" idx="10"/>
          </p:nvPr>
        </p:nvSpPr>
        <p:spPr/>
        <p:txBody>
          <a:bodyPr/>
          <a:lstStyle/>
          <a:p>
            <a:fld id="{6B7B805F-8C6B-48D7-B8CD-6895446993AC}" type="datetimeFigureOut">
              <a:rPr lang="en-US" smtClean="0"/>
              <a:t>6/17/2023</a:t>
            </a:fld>
            <a:endParaRPr lang="en-US"/>
          </a:p>
        </p:txBody>
      </p:sp>
      <p:sp>
        <p:nvSpPr>
          <p:cNvPr id="5" name="Footer Placeholder 4">
            <a:extLst>
              <a:ext uri="{FF2B5EF4-FFF2-40B4-BE49-F238E27FC236}">
                <a16:creationId xmlns:a16="http://schemas.microsoft.com/office/drawing/2014/main" id="{2D04C2A1-9A98-553B-B81B-C603696786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943A34-A7D0-9F8F-5DFF-97EDDEE2EF42}"/>
              </a:ext>
            </a:extLst>
          </p:cNvPr>
          <p:cNvSpPr>
            <a:spLocks noGrp="1"/>
          </p:cNvSpPr>
          <p:nvPr>
            <p:ph type="sldNum" sz="quarter" idx="12"/>
          </p:nvPr>
        </p:nvSpPr>
        <p:spPr/>
        <p:txBody>
          <a:bodyPr/>
          <a:lstStyle/>
          <a:p>
            <a:fld id="{60FC82A8-3112-4625-8503-D8A66BC27970}" type="slidenum">
              <a:rPr lang="en-US" smtClean="0"/>
              <a:t>‹#›</a:t>
            </a:fld>
            <a:endParaRPr lang="en-US"/>
          </a:p>
        </p:txBody>
      </p:sp>
    </p:spTree>
    <p:extLst>
      <p:ext uri="{BB962C8B-B14F-4D97-AF65-F5344CB8AC3E}">
        <p14:creationId xmlns:p14="http://schemas.microsoft.com/office/powerpoint/2010/main" val="23885495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3B0A781-9697-2694-4B62-309300453AE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AC20D10-ED75-629A-BF45-BF730236939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A39F5A-4AD3-2332-B026-83E19691DA38}"/>
              </a:ext>
            </a:extLst>
          </p:cNvPr>
          <p:cNvSpPr>
            <a:spLocks noGrp="1"/>
          </p:cNvSpPr>
          <p:nvPr>
            <p:ph type="dt" sz="half" idx="10"/>
          </p:nvPr>
        </p:nvSpPr>
        <p:spPr/>
        <p:txBody>
          <a:bodyPr/>
          <a:lstStyle/>
          <a:p>
            <a:fld id="{6B7B805F-8C6B-48D7-B8CD-6895446993AC}" type="datetimeFigureOut">
              <a:rPr lang="en-US" smtClean="0"/>
              <a:t>6/17/2023</a:t>
            </a:fld>
            <a:endParaRPr lang="en-US"/>
          </a:p>
        </p:txBody>
      </p:sp>
      <p:sp>
        <p:nvSpPr>
          <p:cNvPr id="5" name="Footer Placeholder 4">
            <a:extLst>
              <a:ext uri="{FF2B5EF4-FFF2-40B4-BE49-F238E27FC236}">
                <a16:creationId xmlns:a16="http://schemas.microsoft.com/office/drawing/2014/main" id="{E9126946-F552-EE20-4608-62235BFB03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6F44D5-FF9D-C875-A826-BE436BFCA760}"/>
              </a:ext>
            </a:extLst>
          </p:cNvPr>
          <p:cNvSpPr>
            <a:spLocks noGrp="1"/>
          </p:cNvSpPr>
          <p:nvPr>
            <p:ph type="sldNum" sz="quarter" idx="12"/>
          </p:nvPr>
        </p:nvSpPr>
        <p:spPr/>
        <p:txBody>
          <a:bodyPr/>
          <a:lstStyle/>
          <a:p>
            <a:fld id="{60FC82A8-3112-4625-8503-D8A66BC27970}" type="slidenum">
              <a:rPr lang="en-US" smtClean="0"/>
              <a:t>‹#›</a:t>
            </a:fld>
            <a:endParaRPr lang="en-US"/>
          </a:p>
        </p:txBody>
      </p:sp>
    </p:spTree>
    <p:extLst>
      <p:ext uri="{BB962C8B-B14F-4D97-AF65-F5344CB8AC3E}">
        <p14:creationId xmlns:p14="http://schemas.microsoft.com/office/powerpoint/2010/main" val="17613257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70C0">
            <a:alpha val="18000"/>
          </a:srgb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4A6AB0-9ACB-F085-616C-F3F38D2C575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E14F135-351C-B675-85AC-B86E2072930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4526D0-C144-8623-7192-33F715638A9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B7B805F-8C6B-48D7-B8CD-6895446993AC}" type="datetimeFigureOut">
              <a:rPr lang="en-US" smtClean="0"/>
              <a:t>6/17/2023</a:t>
            </a:fld>
            <a:endParaRPr lang="en-US"/>
          </a:p>
        </p:txBody>
      </p:sp>
      <p:sp>
        <p:nvSpPr>
          <p:cNvPr id="5" name="Footer Placeholder 4">
            <a:extLst>
              <a:ext uri="{FF2B5EF4-FFF2-40B4-BE49-F238E27FC236}">
                <a16:creationId xmlns:a16="http://schemas.microsoft.com/office/drawing/2014/main" id="{296DA97A-301F-60C2-1852-78B2B35526E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33A2F02-D580-6F1D-98FD-490064E518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0FC82A8-3112-4625-8503-D8A66BC27970}" type="slidenum">
              <a:rPr lang="en-US" smtClean="0"/>
              <a:t>‹#›</a:t>
            </a:fld>
            <a:endParaRPr lang="en-US"/>
          </a:p>
        </p:txBody>
      </p:sp>
    </p:spTree>
    <p:extLst>
      <p:ext uri="{BB962C8B-B14F-4D97-AF65-F5344CB8AC3E}">
        <p14:creationId xmlns:p14="http://schemas.microsoft.com/office/powerpoint/2010/main" val="734372408"/>
      </p:ext>
    </p:extLst>
  </p:cSld>
  <p:clrMap bg1="lt1" tx1="dk1" bg2="lt2" tx2="dk2" accent1="accent1" accent2="accent2" accent3="accent3" accent4="accent4" accent5="accent5" accent6="accent6" hlink="hlink" folHlink="folHlink"/>
  <p:sldLayoutIdLst>
    <p:sldLayoutId id="2147483859" r:id="rId1"/>
    <p:sldLayoutId id="2147483860" r:id="rId2"/>
    <p:sldLayoutId id="2147483861" r:id="rId3"/>
    <p:sldLayoutId id="2147483862" r:id="rId4"/>
    <p:sldLayoutId id="2147483863" r:id="rId5"/>
    <p:sldLayoutId id="2147483864" r:id="rId6"/>
    <p:sldLayoutId id="2147483865" r:id="rId7"/>
    <p:sldLayoutId id="2147483866" r:id="rId8"/>
    <p:sldLayoutId id="2147483867" r:id="rId9"/>
    <p:sldLayoutId id="2147483868" r:id="rId10"/>
    <p:sldLayoutId id="214748386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image" Target="../media/image30.jp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image" Target="../media/image32.jp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image" Target="../media/image34.jp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descr="A group of pills and syringe&#10;&#10;Description automatically generated with low confidence">
            <a:extLst>
              <a:ext uri="{FF2B5EF4-FFF2-40B4-BE49-F238E27FC236}">
                <a16:creationId xmlns:a16="http://schemas.microsoft.com/office/drawing/2014/main" id="{1F6C6690-3AD2-C963-F9BF-F603F8F972CC}"/>
              </a:ext>
            </a:extLst>
          </p:cNvPr>
          <p:cNvPicPr>
            <a:picLocks noChangeAspect="1"/>
          </p:cNvPicPr>
          <p:nvPr/>
        </p:nvPicPr>
        <p:blipFill rotWithShape="1">
          <a:blip r:embed="rId2">
            <a:extLst>
              <a:ext uri="{28A0092B-C50C-407E-A947-70E740481C1C}">
                <a14:useLocalDpi xmlns:a14="http://schemas.microsoft.com/office/drawing/2010/main" val="0"/>
              </a:ext>
            </a:extLst>
          </a:blip>
          <a:srcRect t="19"/>
          <a:stretch/>
        </p:blipFill>
        <p:spPr>
          <a:xfrm>
            <a:off x="20" y="1282"/>
            <a:ext cx="12191980" cy="6856718"/>
          </a:xfrm>
          <a:prstGeom prst="rect">
            <a:avLst/>
          </a:prstGeom>
        </p:spPr>
      </p:pic>
    </p:spTree>
    <p:extLst>
      <p:ext uri="{BB962C8B-B14F-4D97-AF65-F5344CB8AC3E}">
        <p14:creationId xmlns:p14="http://schemas.microsoft.com/office/powerpoint/2010/main" val="20498903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CCE8B-33FC-B937-1883-6B54FBF47686}"/>
              </a:ext>
            </a:extLst>
          </p:cNvPr>
          <p:cNvSpPr>
            <a:spLocks noGrp="1"/>
          </p:cNvSpPr>
          <p:nvPr>
            <p:ph type="title"/>
          </p:nvPr>
        </p:nvSpPr>
        <p:spPr>
          <a:xfrm>
            <a:off x="831850" y="3171824"/>
            <a:ext cx="10669588" cy="2143125"/>
          </a:xfrm>
        </p:spPr>
        <p:txBody>
          <a:bodyPr>
            <a:normAutofit/>
          </a:bodyPr>
          <a:lstStyle/>
          <a:p>
            <a:pPr marL="0" marR="0" algn="ctr">
              <a:lnSpc>
                <a:spcPct val="107000"/>
              </a:lnSpc>
              <a:spcBef>
                <a:spcPts val="0"/>
              </a:spcBef>
              <a:spcAft>
                <a:spcPts val="800"/>
              </a:spcAft>
            </a:pPr>
            <a:r>
              <a:rPr lang="en-US" sz="6000" b="1" dirty="0">
                <a:effectLst/>
                <a:latin typeface="Times New Roman" panose="02020603050405020304" pitchFamily="18" charset="0"/>
                <a:ea typeface="Calibri" panose="020F0502020204030204" pitchFamily="34" charset="0"/>
                <a:cs typeface="Times New Roman" panose="02020603050405020304" pitchFamily="18" charset="0"/>
              </a:rPr>
              <a:t>Rationalize the Consumption of Antibiotics </a:t>
            </a:r>
          </a:p>
        </p:txBody>
      </p:sp>
      <p:pic>
        <p:nvPicPr>
          <p:cNvPr id="4" name="Picture 3" descr="Logo, company name&#10;&#10;Description automatically generated">
            <a:extLst>
              <a:ext uri="{FF2B5EF4-FFF2-40B4-BE49-F238E27FC236}">
                <a16:creationId xmlns:a16="http://schemas.microsoft.com/office/drawing/2014/main" id="{454E1BA5-0AB6-E814-4905-E0C39FDF6E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8011" y="471488"/>
            <a:ext cx="2533650" cy="1809750"/>
          </a:xfrm>
          <a:prstGeom prst="rect">
            <a:avLst/>
          </a:prstGeom>
        </p:spPr>
      </p:pic>
      <p:pic>
        <p:nvPicPr>
          <p:cNvPr id="5" name="Picture 4" descr="Logo&#10;&#10;Description automatically generated with low confidence">
            <a:extLst>
              <a:ext uri="{FF2B5EF4-FFF2-40B4-BE49-F238E27FC236}">
                <a16:creationId xmlns:a16="http://schemas.microsoft.com/office/drawing/2014/main" id="{1AEB3D41-7079-A158-3572-DC306A00C0D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31731" y="471488"/>
            <a:ext cx="2143125" cy="2143125"/>
          </a:xfrm>
          <a:prstGeom prst="rect">
            <a:avLst/>
          </a:prstGeom>
        </p:spPr>
      </p:pic>
    </p:spTree>
    <p:extLst>
      <p:ext uri="{BB962C8B-B14F-4D97-AF65-F5344CB8AC3E}">
        <p14:creationId xmlns:p14="http://schemas.microsoft.com/office/powerpoint/2010/main" val="38250070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D17D7-E95B-C6B2-EF6D-2F0B536409BB}"/>
              </a:ext>
            </a:extLst>
          </p:cNvPr>
          <p:cNvSpPr>
            <a:spLocks noGrp="1"/>
          </p:cNvSpPr>
          <p:nvPr>
            <p:ph type="title"/>
          </p:nvPr>
        </p:nvSpPr>
        <p:spPr>
          <a:xfrm>
            <a:off x="838200" y="365128"/>
            <a:ext cx="10515600" cy="3466091"/>
          </a:xfrm>
        </p:spPr>
        <p:txBody>
          <a:bodyPr>
            <a:normAutofit fontScale="90000"/>
          </a:bodyPr>
          <a:lstStyle/>
          <a:p>
            <a:pPr marL="342900" marR="0" lvl="0" indent="-342900" rtl="0">
              <a:lnSpc>
                <a:spcPct val="107000"/>
              </a:lnSpc>
              <a:spcBef>
                <a:spcPts val="0"/>
              </a:spcBef>
              <a:spcAft>
                <a:spcPts val="0"/>
              </a:spcAft>
              <a:buFont typeface="Symbol" panose="05050102010706020507" pitchFamily="18" charset="2"/>
              <a:buChar char=""/>
            </a:pPr>
            <a:r>
              <a:rPr lang="en-US" sz="2800" dirty="0">
                <a:solidFill>
                  <a:schemeClr val="tx1"/>
                </a:solidFill>
                <a:latin typeface="Calibri" panose="020F0502020204030204" pitchFamily="34" charset="0"/>
                <a:ea typeface="Calibri" panose="020F0502020204030204" pitchFamily="34" charset="0"/>
                <a:cs typeface="Arial" panose="020B0604020202020204" pitchFamily="34" charset="0"/>
              </a:rPr>
              <a:t> </a:t>
            </a:r>
            <a:r>
              <a:rPr lang="en-US" sz="31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Student Names:</a:t>
            </a:r>
            <a:r>
              <a:rPr lang="en-US" sz="2800" b="1" dirty="0">
                <a:solidFill>
                  <a:schemeClr val="tx1"/>
                </a:solidFill>
                <a:latin typeface="Calibri" panose="020F0502020204030204" pitchFamily="34" charset="0"/>
                <a:ea typeface="Calibri" panose="020F0502020204030204" pitchFamily="34" charset="0"/>
                <a:cs typeface="Arial" panose="020B0604020202020204" pitchFamily="34" charset="0"/>
              </a:rPr>
              <a:t>                                                                   </a:t>
            </a:r>
            <a:r>
              <a:rPr lang="en-US" sz="31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Department</a:t>
            </a:r>
            <a:br>
              <a:rPr lang="en-US" sz="1800" dirty="0">
                <a:solidFill>
                  <a:schemeClr val="tx1"/>
                </a:solidFill>
                <a:effectLst/>
                <a:latin typeface="Calibri" panose="020F0502020204030204" pitchFamily="34" charset="0"/>
                <a:ea typeface="Calibri" panose="020F0502020204030204" pitchFamily="34" charset="0"/>
                <a:cs typeface="Arial" panose="020B0604020202020204" pitchFamily="34" charset="0"/>
              </a:rPr>
            </a:br>
            <a:r>
              <a:rPr lang="en-US" sz="2800" dirty="0">
                <a:solidFill>
                  <a:schemeClr val="tx1"/>
                </a:solidFill>
                <a:effectLst/>
                <a:latin typeface="Arial" panose="020B0604020202020204" pitchFamily="34" charset="0"/>
                <a:ea typeface="Calibri" panose="020F0502020204030204" pitchFamily="34" charset="0"/>
                <a:cs typeface="Arial" panose="020B0604020202020204" pitchFamily="34" charset="0"/>
              </a:rPr>
              <a:t>Mohamed</a:t>
            </a:r>
            <a:r>
              <a:rPr lang="en-US" sz="2400" dirty="0">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lang="en-US" sz="2800" dirty="0">
                <a:solidFill>
                  <a:schemeClr val="tx1"/>
                </a:solidFill>
                <a:effectLst/>
                <a:latin typeface="Arial" panose="020B0604020202020204" pitchFamily="34" charset="0"/>
                <a:ea typeface="Calibri" panose="020F0502020204030204" pitchFamily="34" charset="0"/>
                <a:cs typeface="Arial" panose="020B0604020202020204" pitchFamily="34" charset="0"/>
              </a:rPr>
              <a:t>Said</a:t>
            </a:r>
            <a:r>
              <a:rPr lang="en-US" sz="2400" dirty="0">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lang="en-US" sz="2800" dirty="0">
                <a:solidFill>
                  <a:schemeClr val="tx1"/>
                </a:solidFill>
                <a:effectLst/>
                <a:latin typeface="Arial" panose="020B0604020202020204" pitchFamily="34" charset="0"/>
                <a:ea typeface="Calibri" panose="020F0502020204030204" pitchFamily="34" charset="0"/>
                <a:cs typeface="Arial" panose="020B0604020202020204" pitchFamily="34" charset="0"/>
              </a:rPr>
              <a:t>Abdel</a:t>
            </a:r>
            <a:r>
              <a:rPr lang="en-US" sz="2400" dirty="0">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lang="en-US" sz="2800" dirty="0">
                <a:solidFill>
                  <a:schemeClr val="tx1"/>
                </a:solidFill>
                <a:effectLst/>
                <a:latin typeface="Arial" panose="020B0604020202020204" pitchFamily="34" charset="0"/>
                <a:ea typeface="Calibri" panose="020F0502020204030204" pitchFamily="34" charset="0"/>
                <a:cs typeface="Arial" panose="020B0604020202020204" pitchFamily="34" charset="0"/>
              </a:rPr>
              <a:t>Fattah</a:t>
            </a:r>
            <a:r>
              <a:rPr lang="en-US" sz="2400" dirty="0">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lang="en-US" sz="3100" dirty="0">
                <a:solidFill>
                  <a:schemeClr val="tx1"/>
                </a:solidFill>
                <a:effectLst/>
                <a:latin typeface="Arial" panose="020B0604020202020204" pitchFamily="34" charset="0"/>
                <a:ea typeface="Calibri" panose="020F0502020204030204" pitchFamily="34" charset="0"/>
                <a:cs typeface="Arial" panose="020B0604020202020204" pitchFamily="34" charset="0"/>
              </a:rPr>
              <a:t>CS</a:t>
            </a:r>
            <a:br>
              <a:rPr lang="en-US" sz="2400" dirty="0">
                <a:solidFill>
                  <a:schemeClr val="tx1"/>
                </a:solidFill>
                <a:effectLst/>
                <a:latin typeface="Calibri" panose="020F0502020204030204" pitchFamily="34" charset="0"/>
                <a:ea typeface="Calibri" panose="020F0502020204030204" pitchFamily="34" charset="0"/>
                <a:cs typeface="Arial" panose="020B0604020202020204" pitchFamily="34" charset="0"/>
              </a:rPr>
            </a:br>
            <a:r>
              <a:rPr lang="en-US" sz="2800" dirty="0">
                <a:solidFill>
                  <a:schemeClr val="tx1"/>
                </a:solidFill>
                <a:effectLst/>
                <a:latin typeface="Arial" panose="020B0604020202020204" pitchFamily="34" charset="0"/>
                <a:ea typeface="Calibri" panose="020F0502020204030204" pitchFamily="34" charset="0"/>
                <a:cs typeface="Arial" panose="020B0604020202020204" pitchFamily="34" charset="0"/>
              </a:rPr>
              <a:t>Ahmed</a:t>
            </a:r>
            <a:r>
              <a:rPr lang="en-US" sz="2400" dirty="0">
                <a:solidFill>
                  <a:schemeClr val="tx1"/>
                </a:solidFill>
                <a:effectLst/>
                <a:latin typeface="Calibri" panose="020F0502020204030204" pitchFamily="34" charset="0"/>
                <a:ea typeface="Calibri" panose="020F0502020204030204" pitchFamily="34" charset="0"/>
                <a:cs typeface="Arial" panose="020B0604020202020204" pitchFamily="34" charset="0"/>
              </a:rPr>
              <a:t> </a:t>
            </a:r>
            <a:r>
              <a:rPr lang="en-US" sz="2800" dirty="0">
                <a:solidFill>
                  <a:schemeClr val="tx1"/>
                </a:solidFill>
                <a:effectLst/>
                <a:latin typeface="Arial" panose="020B0604020202020204" pitchFamily="34" charset="0"/>
                <a:ea typeface="Calibri" panose="020F0502020204030204" pitchFamily="34" charset="0"/>
                <a:cs typeface="Arial" panose="020B0604020202020204" pitchFamily="34" charset="0"/>
              </a:rPr>
              <a:t>Mohamed</a:t>
            </a:r>
            <a:r>
              <a:rPr lang="en-US" sz="2400" dirty="0">
                <a:solidFill>
                  <a:schemeClr val="tx1"/>
                </a:solidFill>
                <a:effectLst/>
                <a:latin typeface="Calibri" panose="020F0502020204030204" pitchFamily="34" charset="0"/>
                <a:ea typeface="Calibri" panose="020F0502020204030204" pitchFamily="34" charset="0"/>
                <a:cs typeface="Arial" panose="020B0604020202020204" pitchFamily="34" charset="0"/>
              </a:rPr>
              <a:t> </a:t>
            </a:r>
            <a:r>
              <a:rPr lang="en-US" sz="2800" dirty="0">
                <a:solidFill>
                  <a:schemeClr val="tx1"/>
                </a:solidFill>
                <a:effectLst/>
                <a:latin typeface="Arial" panose="020B0604020202020204" pitchFamily="34" charset="0"/>
                <a:ea typeface="Calibri" panose="020F0502020204030204" pitchFamily="34" charset="0"/>
                <a:cs typeface="Arial" panose="020B0604020202020204" pitchFamily="34" charset="0"/>
              </a:rPr>
              <a:t>Ismail</a:t>
            </a:r>
            <a:r>
              <a:rPr lang="en-US" sz="2400" dirty="0">
                <a:solidFill>
                  <a:schemeClr val="tx1"/>
                </a:solidFill>
                <a:effectLst/>
                <a:latin typeface="Calibri" panose="020F0502020204030204" pitchFamily="34" charset="0"/>
                <a:ea typeface="Calibri" panose="020F0502020204030204" pitchFamily="34" charset="0"/>
                <a:cs typeface="Arial" panose="020B0604020202020204" pitchFamily="34" charset="0"/>
              </a:rPr>
              <a:t>                                                                      </a:t>
            </a:r>
            <a:r>
              <a:rPr lang="en-US" sz="3100" dirty="0">
                <a:solidFill>
                  <a:schemeClr val="tx1"/>
                </a:solidFill>
                <a:effectLst/>
                <a:latin typeface="Arial" panose="020B0604020202020204" pitchFamily="34" charset="0"/>
                <a:ea typeface="Calibri" panose="020F0502020204030204" pitchFamily="34" charset="0"/>
                <a:cs typeface="Arial" panose="020B0604020202020204" pitchFamily="34" charset="0"/>
              </a:rPr>
              <a:t>CS</a:t>
            </a:r>
            <a:br>
              <a:rPr lang="en-US" sz="2400" dirty="0">
                <a:solidFill>
                  <a:schemeClr val="tx1"/>
                </a:solidFill>
                <a:effectLst/>
                <a:latin typeface="Calibri" panose="020F0502020204030204" pitchFamily="34" charset="0"/>
                <a:ea typeface="Calibri" panose="020F0502020204030204" pitchFamily="34" charset="0"/>
                <a:cs typeface="Arial" panose="020B0604020202020204" pitchFamily="34" charset="0"/>
              </a:rPr>
            </a:br>
            <a:r>
              <a:rPr lang="en-US" sz="2800" dirty="0">
                <a:solidFill>
                  <a:schemeClr val="tx1"/>
                </a:solidFill>
                <a:effectLst/>
                <a:latin typeface="Arial" panose="020B0604020202020204" pitchFamily="34" charset="0"/>
                <a:ea typeface="Calibri" panose="020F0502020204030204" pitchFamily="34" charset="0"/>
                <a:cs typeface="Arial" panose="020B0604020202020204" pitchFamily="34" charset="0"/>
              </a:rPr>
              <a:t>Ali Ahmed</a:t>
            </a:r>
            <a:r>
              <a:rPr lang="en-US" sz="2400" dirty="0">
                <a:solidFill>
                  <a:schemeClr val="tx1"/>
                </a:solidFill>
                <a:effectLst/>
                <a:latin typeface="Calibri" panose="020F0502020204030204" pitchFamily="34" charset="0"/>
                <a:ea typeface="Calibri" panose="020F0502020204030204" pitchFamily="34" charset="0"/>
                <a:cs typeface="Arial" panose="020B0604020202020204" pitchFamily="34" charset="0"/>
              </a:rPr>
              <a:t> </a:t>
            </a:r>
            <a:r>
              <a:rPr lang="en-US" sz="2800" dirty="0">
                <a:solidFill>
                  <a:schemeClr val="tx1"/>
                </a:solidFill>
                <a:effectLst/>
                <a:latin typeface="Arial" panose="020B0604020202020204" pitchFamily="34" charset="0"/>
                <a:ea typeface="Calibri" panose="020F0502020204030204" pitchFamily="34" charset="0"/>
                <a:cs typeface="Arial" panose="020B0604020202020204" pitchFamily="34" charset="0"/>
              </a:rPr>
              <a:t>Ali</a:t>
            </a:r>
            <a:r>
              <a:rPr lang="en-US" sz="2400" dirty="0">
                <a:solidFill>
                  <a:schemeClr val="tx1"/>
                </a:solidFill>
                <a:effectLst/>
                <a:latin typeface="Calibri" panose="020F0502020204030204" pitchFamily="34" charset="0"/>
                <a:ea typeface="Calibri" panose="020F0502020204030204" pitchFamily="34" charset="0"/>
                <a:cs typeface="Arial" panose="020B0604020202020204" pitchFamily="34" charset="0"/>
              </a:rPr>
              <a:t>                                                                                              </a:t>
            </a:r>
            <a:r>
              <a:rPr lang="en-US" sz="3100" dirty="0">
                <a:solidFill>
                  <a:schemeClr val="tx1"/>
                </a:solidFill>
                <a:effectLst/>
                <a:latin typeface="Arial" panose="020B0604020202020204" pitchFamily="34" charset="0"/>
                <a:ea typeface="Calibri" panose="020F0502020204030204" pitchFamily="34" charset="0"/>
                <a:cs typeface="Arial" panose="020B0604020202020204" pitchFamily="34" charset="0"/>
              </a:rPr>
              <a:t>IS</a:t>
            </a:r>
            <a:br>
              <a:rPr lang="en-US" sz="2400" dirty="0">
                <a:solidFill>
                  <a:schemeClr val="tx1"/>
                </a:solidFill>
                <a:effectLst/>
                <a:latin typeface="Calibri" panose="020F0502020204030204" pitchFamily="34" charset="0"/>
                <a:ea typeface="Calibri" panose="020F0502020204030204" pitchFamily="34" charset="0"/>
                <a:cs typeface="Arial" panose="020B0604020202020204" pitchFamily="34" charset="0"/>
              </a:rPr>
            </a:br>
            <a:r>
              <a:rPr lang="en-US" sz="3100" dirty="0">
                <a:solidFill>
                  <a:schemeClr val="tx1"/>
                </a:solidFill>
                <a:effectLst/>
                <a:latin typeface="Arial" panose="020B0604020202020204" pitchFamily="34" charset="0"/>
                <a:ea typeface="Calibri" panose="020F0502020204030204" pitchFamily="34" charset="0"/>
                <a:cs typeface="Arial" panose="020B0604020202020204" pitchFamily="34" charset="0"/>
              </a:rPr>
              <a:t>Arafa Ahmed Salem</a:t>
            </a:r>
            <a:r>
              <a:rPr lang="en-US" sz="2400" dirty="0">
                <a:solidFill>
                  <a:schemeClr val="tx1"/>
                </a:solidFill>
                <a:effectLst/>
                <a:latin typeface="Calibri" panose="020F0502020204030204" pitchFamily="34" charset="0"/>
                <a:ea typeface="Calibri" panose="020F0502020204030204" pitchFamily="34" charset="0"/>
                <a:cs typeface="Arial" panose="020B0604020202020204" pitchFamily="34" charset="0"/>
              </a:rPr>
              <a:t>                                                                         </a:t>
            </a:r>
            <a:r>
              <a:rPr lang="en-US" sz="3100" dirty="0">
                <a:solidFill>
                  <a:schemeClr val="tx1"/>
                </a:solidFill>
                <a:effectLst/>
                <a:latin typeface="Arial" panose="020B0604020202020204" pitchFamily="34" charset="0"/>
                <a:ea typeface="Calibri" panose="020F0502020204030204" pitchFamily="34" charset="0"/>
                <a:cs typeface="Arial" panose="020B0604020202020204" pitchFamily="34" charset="0"/>
              </a:rPr>
              <a:t>IS</a:t>
            </a:r>
            <a:br>
              <a:rPr lang="en-US" sz="2400" dirty="0">
                <a:solidFill>
                  <a:schemeClr val="tx1"/>
                </a:solidFill>
                <a:effectLst/>
                <a:latin typeface="Calibri" panose="020F0502020204030204" pitchFamily="34" charset="0"/>
                <a:ea typeface="Calibri" panose="020F0502020204030204" pitchFamily="34" charset="0"/>
                <a:cs typeface="Arial" panose="020B0604020202020204" pitchFamily="34" charset="0"/>
              </a:rPr>
            </a:br>
            <a:r>
              <a:rPr lang="en-US" sz="3100" dirty="0">
                <a:solidFill>
                  <a:schemeClr val="tx1"/>
                </a:solidFill>
                <a:effectLst/>
                <a:latin typeface="Arial" panose="020B0604020202020204" pitchFamily="34" charset="0"/>
                <a:ea typeface="Calibri" panose="020F0502020204030204" pitchFamily="34" charset="0"/>
                <a:cs typeface="Arial" panose="020B0604020202020204" pitchFamily="34" charset="0"/>
              </a:rPr>
              <a:t>Rady Mohamed Rady</a:t>
            </a:r>
            <a:r>
              <a:rPr lang="en-US" sz="2400" dirty="0">
                <a:solidFill>
                  <a:schemeClr val="tx1"/>
                </a:solidFill>
                <a:effectLst/>
                <a:latin typeface="Calibri" panose="020F0502020204030204" pitchFamily="34" charset="0"/>
                <a:ea typeface="Calibri" panose="020F0502020204030204" pitchFamily="34" charset="0"/>
                <a:cs typeface="Arial" panose="020B0604020202020204" pitchFamily="34" charset="0"/>
              </a:rPr>
              <a:t>                                                                    </a:t>
            </a:r>
            <a:r>
              <a:rPr lang="en-US" sz="3100" dirty="0">
                <a:solidFill>
                  <a:schemeClr val="tx1"/>
                </a:solidFill>
                <a:effectLst/>
                <a:latin typeface="Arial" panose="020B0604020202020204" pitchFamily="34" charset="0"/>
                <a:ea typeface="Calibri" panose="020F0502020204030204" pitchFamily="34" charset="0"/>
                <a:cs typeface="Arial" panose="020B0604020202020204" pitchFamily="34" charset="0"/>
              </a:rPr>
              <a:t>CS</a:t>
            </a:r>
            <a:br>
              <a:rPr lang="en-US" sz="2400" dirty="0">
                <a:solidFill>
                  <a:schemeClr val="tx1"/>
                </a:solidFill>
                <a:effectLst/>
                <a:latin typeface="Calibri" panose="020F0502020204030204" pitchFamily="34" charset="0"/>
                <a:ea typeface="Calibri" panose="020F0502020204030204" pitchFamily="34" charset="0"/>
                <a:cs typeface="Arial" panose="020B0604020202020204" pitchFamily="34" charset="0"/>
              </a:rPr>
            </a:br>
            <a:r>
              <a:rPr lang="en-US" sz="3100" dirty="0">
                <a:solidFill>
                  <a:schemeClr val="tx1"/>
                </a:solidFill>
                <a:effectLst/>
                <a:latin typeface="Arial" panose="020B0604020202020204" pitchFamily="34" charset="0"/>
                <a:ea typeface="Calibri" panose="020F0502020204030204" pitchFamily="34" charset="0"/>
                <a:cs typeface="Arial" panose="020B0604020202020204" pitchFamily="34" charset="0"/>
              </a:rPr>
              <a:t>Alaa Abdullah Tawfik</a:t>
            </a:r>
            <a:r>
              <a:rPr lang="en-US" sz="2400" dirty="0">
                <a:solidFill>
                  <a:schemeClr val="tx1"/>
                </a:solidFill>
                <a:effectLst/>
                <a:latin typeface="Calibri" panose="020F0502020204030204" pitchFamily="34" charset="0"/>
                <a:ea typeface="Calibri" panose="020F0502020204030204" pitchFamily="34" charset="0"/>
                <a:cs typeface="Arial" panose="020B0604020202020204" pitchFamily="34" charset="0"/>
              </a:rPr>
              <a:t>                                                                        </a:t>
            </a:r>
            <a:r>
              <a:rPr lang="en-US" sz="3100" dirty="0">
                <a:solidFill>
                  <a:schemeClr val="tx1"/>
                </a:solidFill>
                <a:effectLst/>
                <a:latin typeface="Arial" panose="020B0604020202020204" pitchFamily="34" charset="0"/>
                <a:ea typeface="Calibri" panose="020F0502020204030204" pitchFamily="34" charset="0"/>
                <a:cs typeface="Arial" panose="020B0604020202020204" pitchFamily="34" charset="0"/>
              </a:rPr>
              <a:t>IS</a:t>
            </a:r>
            <a:br>
              <a:rPr lang="en-US" sz="2400" dirty="0">
                <a:solidFill>
                  <a:schemeClr val="tx1"/>
                </a:solidFill>
                <a:effectLst/>
                <a:latin typeface="Calibri" panose="020F0502020204030204" pitchFamily="34" charset="0"/>
                <a:ea typeface="Calibri" panose="020F0502020204030204" pitchFamily="34" charset="0"/>
                <a:cs typeface="Arial" panose="020B0604020202020204" pitchFamily="34" charset="0"/>
              </a:rPr>
            </a:br>
            <a:endParaRPr lang="en-US" sz="2400" dirty="0">
              <a:solidFill>
                <a:schemeClr val="tx1"/>
              </a:solidFill>
            </a:endParaRPr>
          </a:p>
        </p:txBody>
      </p:sp>
      <p:sp>
        <p:nvSpPr>
          <p:cNvPr id="3" name="Content Placeholder 2">
            <a:extLst>
              <a:ext uri="{FF2B5EF4-FFF2-40B4-BE49-F238E27FC236}">
                <a16:creationId xmlns:a16="http://schemas.microsoft.com/office/drawing/2014/main" id="{C48D1EE7-C568-6C97-9539-069449774235}"/>
              </a:ext>
            </a:extLst>
          </p:cNvPr>
          <p:cNvSpPr>
            <a:spLocks noGrp="1"/>
          </p:cNvSpPr>
          <p:nvPr>
            <p:ph idx="1"/>
          </p:nvPr>
        </p:nvSpPr>
        <p:spPr>
          <a:xfrm>
            <a:off x="706056" y="3669175"/>
            <a:ext cx="10394066" cy="1979271"/>
          </a:xfrm>
        </p:spPr>
        <p:txBody>
          <a:bodyPr>
            <a:normAutofit fontScale="55000" lnSpcReduction="20000"/>
          </a:bodyPr>
          <a:lstStyle/>
          <a:p>
            <a:pPr marL="0" indent="0" algn="ctr">
              <a:buNone/>
            </a:pPr>
            <a:r>
              <a:rPr lang="en-US" sz="5800" b="1" dirty="0">
                <a:latin typeface="Times New Roman" panose="02020603050405020304" pitchFamily="18" charset="0"/>
                <a:cs typeface="Times New Roman" panose="02020603050405020304" pitchFamily="18" charset="0"/>
              </a:rPr>
              <a:t>Supervised By:</a:t>
            </a:r>
          </a:p>
          <a:p>
            <a:pPr marL="0" indent="0" algn="ctr">
              <a:buNone/>
            </a:pPr>
            <a:r>
              <a:rPr lang="en-US" sz="4000" dirty="0">
                <a:latin typeface="Arial" panose="020B0604020202020204" pitchFamily="34" charset="0"/>
                <a:cs typeface="Arial" panose="020B0604020202020204" pitchFamily="34" charset="0"/>
              </a:rPr>
              <a:t>Dr. Eng. Samy El </a:t>
            </a:r>
            <a:r>
              <a:rPr lang="en-US" sz="4000" dirty="0" err="1">
                <a:latin typeface="Arial" panose="020B0604020202020204" pitchFamily="34" charset="0"/>
                <a:cs typeface="Arial" panose="020B0604020202020204" pitchFamily="34" charset="0"/>
              </a:rPr>
              <a:t>Mokadem</a:t>
            </a:r>
            <a:r>
              <a:rPr lang="en-US" sz="3200" dirty="0"/>
              <a:t>                                                    </a:t>
            </a:r>
            <a:r>
              <a:rPr lang="en-US" sz="4000" dirty="0">
                <a:latin typeface="Arial" panose="020B0604020202020204" pitchFamily="34" charset="0"/>
                <a:cs typeface="Arial" panose="020B0604020202020204" pitchFamily="34" charset="0"/>
              </a:rPr>
              <a:t>Dr. Abdelrahman El-Akhdar</a:t>
            </a:r>
          </a:p>
          <a:p>
            <a:pPr marL="0" indent="0" algn="r">
              <a:buNone/>
            </a:pPr>
            <a:endParaRPr lang="en-US" sz="3200" dirty="0"/>
          </a:p>
          <a:p>
            <a:pPr marL="0" indent="0" algn="ctr">
              <a:buNone/>
            </a:pPr>
            <a:r>
              <a:rPr lang="en-US" sz="4500" dirty="0">
                <a:latin typeface="Arial" panose="020B0604020202020204" pitchFamily="34" charset="0"/>
                <a:cs typeface="Arial" panose="020B0604020202020204" pitchFamily="34" charset="0"/>
              </a:rPr>
              <a:t>Eng. Ahmed Rashad </a:t>
            </a:r>
          </a:p>
          <a:p>
            <a:pPr marL="0" indent="0" algn="ctr">
              <a:buNone/>
            </a:pPr>
            <a:r>
              <a:rPr lang="en-US" sz="4500" dirty="0">
                <a:latin typeface="Arial" panose="020B0604020202020204" pitchFamily="34" charset="0"/>
                <a:cs typeface="Arial" panose="020B0604020202020204" pitchFamily="34" charset="0"/>
              </a:rPr>
              <a:t>Eng. Rabab Mahmoud</a:t>
            </a:r>
          </a:p>
          <a:p>
            <a:pPr marL="0" indent="0" algn="ctr">
              <a:buNone/>
            </a:pPr>
            <a:endParaRPr lang="en-US" sz="3200" dirty="0"/>
          </a:p>
        </p:txBody>
      </p:sp>
    </p:spTree>
    <p:extLst>
      <p:ext uri="{BB962C8B-B14F-4D97-AF65-F5344CB8AC3E}">
        <p14:creationId xmlns:p14="http://schemas.microsoft.com/office/powerpoint/2010/main" val="16955044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F0D14A-152D-EBF0-8EFE-77CFEC219C34}"/>
              </a:ext>
            </a:extLst>
          </p:cNvPr>
          <p:cNvSpPr>
            <a:spLocks noGrp="1"/>
          </p:cNvSpPr>
          <p:nvPr>
            <p:ph type="title"/>
          </p:nvPr>
        </p:nvSpPr>
        <p:spPr>
          <a:xfrm>
            <a:off x="838200" y="365126"/>
            <a:ext cx="10515600" cy="958708"/>
          </a:xfrm>
        </p:spPr>
        <p:txBody>
          <a:bodyPr/>
          <a:lstStyle/>
          <a:p>
            <a:pPr algn="ctr"/>
            <a:r>
              <a:rPr lang="en-US" b="1" dirty="0">
                <a:solidFill>
                  <a:schemeClr val="tx1"/>
                </a:solidFill>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A260E628-DBA7-1569-CA7A-72D61EAF7E57}"/>
              </a:ext>
            </a:extLst>
          </p:cNvPr>
          <p:cNvSpPr>
            <a:spLocks noGrp="1"/>
          </p:cNvSpPr>
          <p:nvPr>
            <p:ph idx="1"/>
          </p:nvPr>
        </p:nvSpPr>
        <p:spPr>
          <a:xfrm>
            <a:off x="838200" y="1323834"/>
            <a:ext cx="10515600" cy="4853129"/>
          </a:xfrm>
        </p:spPr>
        <p:txBody>
          <a:bodyPr>
            <a:normAutofit lnSpcReduction="10000"/>
          </a:bodyPr>
          <a:lstStyle/>
          <a:p>
            <a:pPr marL="0" indent="0" algn="just">
              <a:lnSpc>
                <a:spcPct val="150000"/>
              </a:lnSpc>
              <a:buNone/>
            </a:pPr>
            <a:r>
              <a:rPr lang="en-US" dirty="0">
                <a:latin typeface="Arial" panose="020B0604020202020204" pitchFamily="34" charset="0"/>
                <a:cs typeface="Arial" panose="020B0604020202020204" pitchFamily="34" charset="0"/>
              </a:rPr>
              <a:t>Antibiotics are a powerful class of drugs that are used to treat bacterial infections. However, the overuse and misuse of antibiotics can lead to the development of antibiotic-resistant bacteria, which can cause serious and difficult-to-treat infections .Rationalizing the consumption of antibiotics involves promoting appropriate use of antibiotics to reduce the development and spread of antibiotic-resistant bacteria while ensuring that patients receive the necessary treatment for their bacterial infections.</a:t>
            </a:r>
          </a:p>
        </p:txBody>
      </p:sp>
    </p:spTree>
    <p:extLst>
      <p:ext uri="{BB962C8B-B14F-4D97-AF65-F5344CB8AC3E}">
        <p14:creationId xmlns:p14="http://schemas.microsoft.com/office/powerpoint/2010/main" val="38510546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B1B430-17C8-A4C1-7D1D-D5FFF2A5FEE9}"/>
              </a:ext>
            </a:extLst>
          </p:cNvPr>
          <p:cNvSpPr>
            <a:spLocks noGrp="1"/>
          </p:cNvSpPr>
          <p:nvPr>
            <p:ph type="title"/>
          </p:nvPr>
        </p:nvSpPr>
        <p:spPr>
          <a:xfrm>
            <a:off x="838200" y="122831"/>
            <a:ext cx="10515600" cy="1037229"/>
          </a:xfrm>
        </p:spPr>
        <p:txBody>
          <a:bodyPr/>
          <a:lstStyle/>
          <a:p>
            <a:pPr algn="ctr"/>
            <a:r>
              <a:rPr lang="en-US" b="1" dirty="0">
                <a:latin typeface="Times New Roman" panose="02020603050405020304" pitchFamily="18" charset="0"/>
                <a:cs typeface="Times New Roman" panose="02020603050405020304" pitchFamily="18" charset="0"/>
              </a:rPr>
              <a:t>Project Objectives:</a:t>
            </a:r>
          </a:p>
        </p:txBody>
      </p:sp>
      <p:sp>
        <p:nvSpPr>
          <p:cNvPr id="3" name="Content Placeholder 2">
            <a:extLst>
              <a:ext uri="{FF2B5EF4-FFF2-40B4-BE49-F238E27FC236}">
                <a16:creationId xmlns:a16="http://schemas.microsoft.com/office/drawing/2014/main" id="{3C1C94B6-F98E-008E-0122-5CD342917068}"/>
              </a:ext>
            </a:extLst>
          </p:cNvPr>
          <p:cNvSpPr>
            <a:spLocks noGrp="1"/>
          </p:cNvSpPr>
          <p:nvPr>
            <p:ph idx="1"/>
          </p:nvPr>
        </p:nvSpPr>
        <p:spPr>
          <a:xfrm>
            <a:off x="409433" y="1160060"/>
            <a:ext cx="11354937" cy="5445456"/>
          </a:xfrm>
        </p:spPr>
        <p:txBody>
          <a:bodyPr>
            <a:normAutofit fontScale="92500" lnSpcReduction="10000"/>
          </a:bodyPr>
          <a:lstStyle/>
          <a:p>
            <a:pPr marL="0" indent="0" algn="just">
              <a:buNone/>
            </a:pPr>
            <a:r>
              <a:rPr lang="en-US" sz="2600" dirty="0">
                <a:latin typeface="Arial" panose="020B0604020202020204" pitchFamily="34" charset="0"/>
                <a:cs typeface="Arial" panose="020B0604020202020204" pitchFamily="34" charset="0"/>
              </a:rPr>
              <a:t>Rationalizing the consumption of antibiotics system is an important as it solve</a:t>
            </a:r>
          </a:p>
          <a:p>
            <a:pPr marL="0" indent="0" algn="just">
              <a:buNone/>
            </a:pPr>
            <a:r>
              <a:rPr lang="en-US" sz="2600" dirty="0">
                <a:latin typeface="Arial" panose="020B0604020202020204" pitchFamily="34" charset="0"/>
                <a:cs typeface="Arial" panose="020B0604020202020204" pitchFamily="34" charset="0"/>
              </a:rPr>
              <a:t>The problem of irrational use of antibiotics as it become  a global issue that</a:t>
            </a:r>
          </a:p>
          <a:p>
            <a:pPr marL="0" indent="0" algn="just">
              <a:buNone/>
            </a:pPr>
            <a:r>
              <a:rPr lang="en-US" sz="2600" dirty="0">
                <a:latin typeface="Arial" panose="020B0604020202020204" pitchFamily="34" charset="0"/>
                <a:cs typeface="Arial" panose="020B0604020202020204" pitchFamily="34" charset="0"/>
              </a:rPr>
              <a:t>threatens public health, and it requires a multi-faceted approach to address it. By</a:t>
            </a:r>
          </a:p>
          <a:p>
            <a:pPr marL="0" indent="0" algn="just">
              <a:buNone/>
            </a:pPr>
            <a:r>
              <a:rPr lang="en-US" sz="2600" dirty="0">
                <a:latin typeface="Arial" panose="020B0604020202020204" pitchFamily="34" charset="0"/>
                <a:cs typeface="Arial" panose="020B0604020202020204" pitchFamily="34" charset="0"/>
              </a:rPr>
              <a:t>rationalizing the consumption of antibiotics, we can help preserve the effectiveness</a:t>
            </a:r>
          </a:p>
          <a:p>
            <a:pPr marL="0" indent="0" algn="just">
              <a:buNone/>
            </a:pPr>
            <a:r>
              <a:rPr lang="en-US" sz="2600" dirty="0">
                <a:latin typeface="Arial" panose="020B0604020202020204" pitchFamily="34" charset="0"/>
                <a:cs typeface="Arial" panose="020B0604020202020204" pitchFamily="34" charset="0"/>
              </a:rPr>
              <a:t>of antibiotics for future generations and ensure that patients receive the best possible care for their bacterial infections. </a:t>
            </a:r>
          </a:p>
          <a:p>
            <a:pPr marL="0" indent="0">
              <a:buNone/>
            </a:pPr>
            <a:r>
              <a:rPr lang="en-US" sz="2600" b="1" dirty="0">
                <a:latin typeface="Times New Roman" panose="02020603050405020304" pitchFamily="18" charset="0"/>
                <a:cs typeface="Times New Roman" panose="02020603050405020304" pitchFamily="18" charset="0"/>
              </a:rPr>
              <a:t>Objectives: </a:t>
            </a:r>
          </a:p>
          <a:p>
            <a:pPr algn="just"/>
            <a:r>
              <a:rPr lang="en-US" sz="2600" dirty="0">
                <a:latin typeface="Arial" panose="020B0604020202020204" pitchFamily="34" charset="0"/>
                <a:cs typeface="Arial" panose="020B0604020202020204" pitchFamily="34" charset="0"/>
              </a:rPr>
              <a:t>reduce the development and spread of antibiotic-resistant bacteria.</a:t>
            </a:r>
          </a:p>
          <a:p>
            <a:pPr algn="just"/>
            <a:r>
              <a:rPr lang="en-US" sz="2600" dirty="0">
                <a:latin typeface="Arial" panose="020B0604020202020204" pitchFamily="34" charset="0"/>
                <a:cs typeface="Arial" panose="020B0604020202020204" pitchFamily="34" charset="0"/>
              </a:rPr>
              <a:t>improve patient outcomes.</a:t>
            </a:r>
          </a:p>
          <a:p>
            <a:pPr algn="just"/>
            <a:r>
              <a:rPr lang="en-US" sz="2600" dirty="0">
                <a:latin typeface="Arial" panose="020B0604020202020204" pitchFamily="34" charset="0"/>
                <a:cs typeface="Arial" panose="020B0604020202020204" pitchFamily="34" charset="0"/>
              </a:rPr>
              <a:t>reduce healthcare costs.</a:t>
            </a:r>
          </a:p>
          <a:p>
            <a:pPr algn="just"/>
            <a:r>
              <a:rPr lang="en-US" sz="2600" dirty="0">
                <a:latin typeface="Arial" panose="020B0604020202020204" pitchFamily="34" charset="0"/>
                <a:cs typeface="Arial" panose="020B0604020202020204" pitchFamily="34" charset="0"/>
              </a:rPr>
              <a:t>promote public health.</a:t>
            </a:r>
          </a:p>
          <a:p>
            <a:pPr algn="just"/>
            <a:r>
              <a:rPr lang="en-US" sz="2600" dirty="0">
                <a:latin typeface="Arial" panose="020B0604020202020204" pitchFamily="34" charset="0"/>
                <a:cs typeface="Arial" panose="020B0604020202020204" pitchFamily="34" charset="0"/>
              </a:rPr>
              <a:t>Monitoring and extracting patients' statistics at the hospital .</a:t>
            </a:r>
          </a:p>
          <a:p>
            <a:pPr algn="just"/>
            <a:r>
              <a:rPr lang="en-US" sz="2600" dirty="0">
                <a:latin typeface="Arial" panose="020B0604020202020204" pitchFamily="34" charset="0"/>
                <a:cs typeface="Arial" panose="020B0604020202020204" pitchFamily="34" charset="0"/>
              </a:rPr>
              <a:t>Monitoring and extracting statistics of antibiotic consumption in the hospital</a:t>
            </a:r>
            <a:r>
              <a:rPr lang="en-US" sz="2400"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4165902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854AA-98CE-180F-3ECD-5D6BE9D817E4}"/>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    Abbreviations</a:t>
            </a:r>
          </a:p>
        </p:txBody>
      </p:sp>
      <p:sp>
        <p:nvSpPr>
          <p:cNvPr id="3" name="Content Placeholder 2">
            <a:extLst>
              <a:ext uri="{FF2B5EF4-FFF2-40B4-BE49-F238E27FC236}">
                <a16:creationId xmlns:a16="http://schemas.microsoft.com/office/drawing/2014/main" id="{ADBF4CEA-5F40-201D-EF1C-6AF95CFB80AA}"/>
              </a:ext>
            </a:extLst>
          </p:cNvPr>
          <p:cNvSpPr>
            <a:spLocks noGrp="1"/>
          </p:cNvSpPr>
          <p:nvPr>
            <p:ph idx="1"/>
          </p:nvPr>
        </p:nvSpPr>
        <p:spPr/>
        <p:txBody>
          <a:bodyPr/>
          <a:lstStyle/>
          <a:p>
            <a:pPr algn="just"/>
            <a:r>
              <a:rPr lang="en-US" b="1" dirty="0">
                <a:latin typeface="Times New Roman" panose="02020603050405020304" pitchFamily="18" charset="0"/>
                <a:cs typeface="Times New Roman" panose="02020603050405020304" pitchFamily="18" charset="0"/>
              </a:rPr>
              <a:t>DFD                                      Data Flow Diagram </a:t>
            </a:r>
          </a:p>
          <a:p>
            <a:pPr algn="just"/>
            <a:endParaRPr lang="en-US" b="1"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ERD                                Entity Relationship Diagram</a:t>
            </a:r>
          </a:p>
          <a:p>
            <a:endParaRPr lang="en-US" b="1"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9875923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0322FA-8805-E81B-B501-CF97FA936E35}"/>
              </a:ext>
            </a:extLst>
          </p:cNvPr>
          <p:cNvSpPr>
            <a:spLocks noGrp="1"/>
          </p:cNvSpPr>
          <p:nvPr>
            <p:ph type="title"/>
          </p:nvPr>
        </p:nvSpPr>
        <p:spPr>
          <a:xfrm>
            <a:off x="838200" y="163773"/>
            <a:ext cx="10386270" cy="641572"/>
          </a:xfrm>
        </p:spPr>
        <p:txBody>
          <a:bodyPr>
            <a:noAutofit/>
          </a:bodyPr>
          <a:lstStyle/>
          <a:p>
            <a:pPr algn="ctr"/>
            <a:r>
              <a:rPr lang="en-US" sz="4000" b="1" dirty="0">
                <a:latin typeface="Times New Roman" panose="02020603050405020304" pitchFamily="18" charset="0"/>
                <a:cs typeface="Times New Roman" panose="02020603050405020304" pitchFamily="18" charset="0"/>
              </a:rPr>
              <a:t>Use case Diagram</a:t>
            </a:r>
          </a:p>
        </p:txBody>
      </p:sp>
      <p:pic>
        <p:nvPicPr>
          <p:cNvPr id="4" name="Picture 3">
            <a:extLst>
              <a:ext uri="{FF2B5EF4-FFF2-40B4-BE49-F238E27FC236}">
                <a16:creationId xmlns:a16="http://schemas.microsoft.com/office/drawing/2014/main" id="{A1C37441-07D1-09B8-C461-2E6F06620A1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172" y="937549"/>
            <a:ext cx="11974097" cy="5921627"/>
          </a:xfrm>
          <a:prstGeom prst="rect">
            <a:avLst/>
          </a:prstGeom>
        </p:spPr>
      </p:pic>
    </p:spTree>
    <p:extLst>
      <p:ext uri="{BB962C8B-B14F-4D97-AF65-F5344CB8AC3E}">
        <p14:creationId xmlns:p14="http://schemas.microsoft.com/office/powerpoint/2010/main" val="8712269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1B9D1-79C4-C28B-EFD5-1EBDEC15861D}"/>
              </a:ext>
            </a:extLst>
          </p:cNvPr>
          <p:cNvSpPr>
            <a:spLocks noGrp="1"/>
          </p:cNvSpPr>
          <p:nvPr>
            <p:ph type="title"/>
          </p:nvPr>
        </p:nvSpPr>
        <p:spPr>
          <a:xfrm>
            <a:off x="706057" y="138896"/>
            <a:ext cx="10695006" cy="2508770"/>
          </a:xfrm>
        </p:spPr>
        <p:txBody>
          <a:bodyPr>
            <a:normAutofit fontScale="90000"/>
          </a:bodyPr>
          <a:lstStyle/>
          <a:p>
            <a:pPr>
              <a:lnSpc>
                <a:spcPct val="100000"/>
              </a:lnSpc>
            </a:pPr>
            <a:br>
              <a:rPr lang="en-US" dirty="0"/>
            </a:br>
            <a:r>
              <a:rPr lang="en-US" dirty="0"/>
              <a:t>                                  </a:t>
            </a:r>
            <a:r>
              <a:rPr lang="en-US" b="1" dirty="0">
                <a:latin typeface="Times New Roman" panose="02020603050405020304" pitchFamily="18" charset="0"/>
                <a:cs typeface="Times New Roman" panose="02020603050405020304" pitchFamily="18" charset="0"/>
              </a:rPr>
              <a:t>DFD Context </a:t>
            </a:r>
            <a:br>
              <a:rPr lang="en-US" dirty="0"/>
            </a:br>
            <a:r>
              <a:rPr lang="en-US" sz="3100" dirty="0">
                <a:latin typeface="Arial" panose="020B0604020202020204" pitchFamily="34" charset="0"/>
                <a:cs typeface="Arial" panose="020B0604020202020204" pitchFamily="34" charset="0"/>
              </a:rPr>
              <a:t>The base level of DFD on RCA Project shows the main input/</a:t>
            </a:r>
            <a:br>
              <a:rPr lang="en-US" sz="3100" dirty="0">
                <a:latin typeface="Arial" panose="020B0604020202020204" pitchFamily="34" charset="0"/>
                <a:cs typeface="Arial" panose="020B0604020202020204" pitchFamily="34" charset="0"/>
              </a:rPr>
            </a:br>
            <a:r>
              <a:rPr lang="en-US" sz="3100" dirty="0">
                <a:latin typeface="Arial" panose="020B0604020202020204" pitchFamily="34" charset="0"/>
                <a:cs typeface="Arial" panose="020B0604020202020204" pitchFamily="34" charset="0"/>
              </a:rPr>
              <a:t>output data on general bases, The user is responsible for inserting patients’ data into the system, Whereas the admin can monitor these data and see reports</a:t>
            </a:r>
            <a:br>
              <a:rPr lang="en-US" sz="2700" b="1" dirty="0"/>
            </a:br>
            <a:endParaRPr lang="en-US" sz="2700" b="1" dirty="0"/>
          </a:p>
        </p:txBody>
      </p:sp>
      <p:pic>
        <p:nvPicPr>
          <p:cNvPr id="4" name="Picture 3" descr="Graphical user interface, application&#10;&#10;Description automatically generated">
            <a:extLst>
              <a:ext uri="{FF2B5EF4-FFF2-40B4-BE49-F238E27FC236}">
                <a16:creationId xmlns:a16="http://schemas.microsoft.com/office/drawing/2014/main" id="{FCA6B589-E154-8AF9-ED86-AC3502833E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0309" y="3057099"/>
            <a:ext cx="10810754" cy="3289110"/>
          </a:xfrm>
          <a:prstGeom prst="rect">
            <a:avLst/>
          </a:prstGeom>
        </p:spPr>
      </p:pic>
    </p:spTree>
    <p:extLst>
      <p:ext uri="{BB962C8B-B14F-4D97-AF65-F5344CB8AC3E}">
        <p14:creationId xmlns:p14="http://schemas.microsoft.com/office/powerpoint/2010/main" val="6671486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0322FA-8805-E81B-B501-CF97FA936E35}"/>
              </a:ext>
            </a:extLst>
          </p:cNvPr>
          <p:cNvSpPr>
            <a:spLocks noGrp="1"/>
          </p:cNvSpPr>
          <p:nvPr>
            <p:ph type="title"/>
          </p:nvPr>
        </p:nvSpPr>
        <p:spPr>
          <a:xfrm>
            <a:off x="838200" y="136478"/>
            <a:ext cx="10386270" cy="668867"/>
          </a:xfrm>
        </p:spPr>
        <p:txBody>
          <a:bodyPr>
            <a:noAutofit/>
          </a:bodyPr>
          <a:lstStyle/>
          <a:p>
            <a:pPr algn="ctr"/>
            <a:r>
              <a:rPr lang="en-US" sz="4000" b="1" dirty="0">
                <a:latin typeface="Times New Roman" panose="02020603050405020304" pitchFamily="18" charset="0"/>
                <a:cs typeface="Times New Roman" panose="02020603050405020304" pitchFamily="18" charset="0"/>
              </a:rPr>
              <a:t>DFD Level 1</a:t>
            </a:r>
          </a:p>
        </p:txBody>
      </p:sp>
      <p:pic>
        <p:nvPicPr>
          <p:cNvPr id="4" name="Picture 3">
            <a:extLst>
              <a:ext uri="{FF2B5EF4-FFF2-40B4-BE49-F238E27FC236}">
                <a16:creationId xmlns:a16="http://schemas.microsoft.com/office/drawing/2014/main" id="{2FB27C30-B5C8-6B36-8B05-8F557169A7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52966"/>
            <a:ext cx="12192000" cy="5905041"/>
          </a:xfrm>
          <a:prstGeom prst="rect">
            <a:avLst/>
          </a:prstGeom>
        </p:spPr>
      </p:pic>
    </p:spTree>
    <p:extLst>
      <p:ext uri="{BB962C8B-B14F-4D97-AF65-F5344CB8AC3E}">
        <p14:creationId xmlns:p14="http://schemas.microsoft.com/office/powerpoint/2010/main" val="26877585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70C0">
            <a:alpha val="18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0322FA-8805-E81B-B501-CF97FA936E35}"/>
              </a:ext>
            </a:extLst>
          </p:cNvPr>
          <p:cNvSpPr>
            <a:spLocks noGrp="1"/>
          </p:cNvSpPr>
          <p:nvPr>
            <p:ph type="title"/>
          </p:nvPr>
        </p:nvSpPr>
        <p:spPr>
          <a:xfrm>
            <a:off x="838200" y="218364"/>
            <a:ext cx="10386270" cy="586981"/>
          </a:xfrm>
        </p:spPr>
        <p:txBody>
          <a:bodyPr>
            <a:noAutofit/>
          </a:bodyPr>
          <a:lstStyle/>
          <a:p>
            <a:pPr algn="ctr"/>
            <a:r>
              <a:rPr lang="en-US" sz="4000" b="1" dirty="0">
                <a:latin typeface="Times New Roman" panose="02020603050405020304" pitchFamily="18" charset="0"/>
                <a:cs typeface="Times New Roman" panose="02020603050405020304" pitchFamily="18" charset="0"/>
              </a:rPr>
              <a:t>Activity Diagram</a:t>
            </a:r>
          </a:p>
        </p:txBody>
      </p:sp>
      <p:pic>
        <p:nvPicPr>
          <p:cNvPr id="5" name="Picture 4">
            <a:extLst>
              <a:ext uri="{FF2B5EF4-FFF2-40B4-BE49-F238E27FC236}">
                <a16:creationId xmlns:a16="http://schemas.microsoft.com/office/drawing/2014/main" id="{FEA11F79-6923-4E10-A484-34914A3FA9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02252"/>
            <a:ext cx="12192000" cy="5955748"/>
          </a:xfrm>
          <a:prstGeom prst="rect">
            <a:avLst/>
          </a:prstGeom>
        </p:spPr>
      </p:pic>
    </p:spTree>
    <p:extLst>
      <p:ext uri="{BB962C8B-B14F-4D97-AF65-F5344CB8AC3E}">
        <p14:creationId xmlns:p14="http://schemas.microsoft.com/office/powerpoint/2010/main" val="3383898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0322FA-8805-E81B-B501-CF97FA936E35}"/>
              </a:ext>
            </a:extLst>
          </p:cNvPr>
          <p:cNvSpPr>
            <a:spLocks noGrp="1"/>
          </p:cNvSpPr>
          <p:nvPr>
            <p:ph type="title"/>
          </p:nvPr>
        </p:nvSpPr>
        <p:spPr>
          <a:xfrm>
            <a:off x="838200" y="1"/>
            <a:ext cx="10386270" cy="668739"/>
          </a:xfrm>
        </p:spPr>
        <p:txBody>
          <a:bodyPr>
            <a:noAutofit/>
          </a:bodyPr>
          <a:lstStyle/>
          <a:p>
            <a:pPr algn="ctr"/>
            <a:r>
              <a:rPr lang="en-US" sz="4000" b="1" dirty="0">
                <a:latin typeface="Times New Roman" panose="02020603050405020304" pitchFamily="18" charset="0"/>
                <a:cs typeface="Times New Roman" panose="02020603050405020304" pitchFamily="18" charset="0"/>
              </a:rPr>
              <a:t>Insert Patient Sequence</a:t>
            </a:r>
          </a:p>
        </p:txBody>
      </p:sp>
      <p:pic>
        <p:nvPicPr>
          <p:cNvPr id="4" name="Picture 3">
            <a:extLst>
              <a:ext uri="{FF2B5EF4-FFF2-40B4-BE49-F238E27FC236}">
                <a16:creationId xmlns:a16="http://schemas.microsoft.com/office/drawing/2014/main" id="{65E773A6-34D1-A4E5-931D-C8D374D72D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805345"/>
            <a:ext cx="12192000" cy="5895705"/>
          </a:xfrm>
          <a:prstGeom prst="rect">
            <a:avLst/>
          </a:prstGeom>
        </p:spPr>
      </p:pic>
    </p:spTree>
    <p:extLst>
      <p:ext uri="{BB962C8B-B14F-4D97-AF65-F5344CB8AC3E}">
        <p14:creationId xmlns:p14="http://schemas.microsoft.com/office/powerpoint/2010/main" val="10918687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0322FA-8805-E81B-B501-CF97FA936E35}"/>
              </a:ext>
            </a:extLst>
          </p:cNvPr>
          <p:cNvSpPr>
            <a:spLocks noGrp="1"/>
          </p:cNvSpPr>
          <p:nvPr>
            <p:ph type="title"/>
          </p:nvPr>
        </p:nvSpPr>
        <p:spPr>
          <a:xfrm>
            <a:off x="838200" y="77901"/>
            <a:ext cx="10386270" cy="631784"/>
          </a:xfrm>
        </p:spPr>
        <p:txBody>
          <a:bodyPr>
            <a:noAutofit/>
          </a:bodyPr>
          <a:lstStyle/>
          <a:p>
            <a:pPr algn="ctr"/>
            <a:r>
              <a:rPr lang="en-US" sz="4000" b="1" dirty="0">
                <a:latin typeface="Times New Roman" panose="02020603050405020304" pitchFamily="18" charset="0"/>
                <a:cs typeface="Times New Roman" panose="02020603050405020304" pitchFamily="18" charset="0"/>
              </a:rPr>
              <a:t>Insert Patient Sequence </a:t>
            </a:r>
          </a:p>
        </p:txBody>
      </p:sp>
      <p:pic>
        <p:nvPicPr>
          <p:cNvPr id="5" name="Picture 4">
            <a:extLst>
              <a:ext uri="{FF2B5EF4-FFF2-40B4-BE49-F238E27FC236}">
                <a16:creationId xmlns:a16="http://schemas.microsoft.com/office/drawing/2014/main" id="{96F9FAC8-EBCD-A3A5-587F-8AFB6B47D5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5195" y="805345"/>
            <a:ext cx="12639554" cy="5974755"/>
          </a:xfrm>
          <a:prstGeom prst="rect">
            <a:avLst/>
          </a:prstGeom>
        </p:spPr>
      </p:pic>
    </p:spTree>
    <p:extLst>
      <p:ext uri="{BB962C8B-B14F-4D97-AF65-F5344CB8AC3E}">
        <p14:creationId xmlns:p14="http://schemas.microsoft.com/office/powerpoint/2010/main" val="7149667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155729-76D4-2CDE-B7CB-9CF25DC73742}"/>
              </a:ext>
            </a:extLst>
          </p:cNvPr>
          <p:cNvSpPr>
            <a:spLocks noGrp="1"/>
          </p:cNvSpPr>
          <p:nvPr>
            <p:ph type="title"/>
          </p:nvPr>
        </p:nvSpPr>
        <p:spPr>
          <a:xfrm>
            <a:off x="838200" y="1"/>
            <a:ext cx="10515600" cy="627798"/>
          </a:xfrm>
        </p:spPr>
        <p:txBody>
          <a:bodyPr>
            <a:noAutofit/>
          </a:bodyPr>
          <a:lstStyle/>
          <a:p>
            <a:pPr algn="ctr"/>
            <a:r>
              <a:rPr lang="en-US" b="1" dirty="0">
                <a:latin typeface="Times New Roman" panose="02020603050405020304" pitchFamily="18" charset="0"/>
                <a:cs typeface="Times New Roman" panose="02020603050405020304" pitchFamily="18" charset="0"/>
              </a:rPr>
              <a:t>ERD</a:t>
            </a:r>
          </a:p>
        </p:txBody>
      </p:sp>
      <p:pic>
        <p:nvPicPr>
          <p:cNvPr id="4" name="Picture 3" descr="Diagram&#10;&#10;Description automatically generated">
            <a:extLst>
              <a:ext uri="{FF2B5EF4-FFF2-40B4-BE49-F238E27FC236}">
                <a16:creationId xmlns:a16="http://schemas.microsoft.com/office/drawing/2014/main" id="{3FFDB44A-0E9F-311E-6BF0-24983A078B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7798"/>
            <a:ext cx="12191999" cy="6230202"/>
          </a:xfrm>
          <a:prstGeom prst="rect">
            <a:avLst/>
          </a:prstGeom>
        </p:spPr>
      </p:pic>
    </p:spTree>
    <p:extLst>
      <p:ext uri="{BB962C8B-B14F-4D97-AF65-F5344CB8AC3E}">
        <p14:creationId xmlns:p14="http://schemas.microsoft.com/office/powerpoint/2010/main" val="33470241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6FF6525-5121-B977-2365-8FC2DA19E0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3755"/>
            <a:ext cx="12192000" cy="6754245"/>
          </a:xfrm>
          <a:prstGeom prst="rect">
            <a:avLst/>
          </a:prstGeom>
        </p:spPr>
      </p:pic>
      <p:sp>
        <p:nvSpPr>
          <p:cNvPr id="2" name="Title 1">
            <a:extLst>
              <a:ext uri="{FF2B5EF4-FFF2-40B4-BE49-F238E27FC236}">
                <a16:creationId xmlns:a16="http://schemas.microsoft.com/office/drawing/2014/main" id="{100322FA-8805-E81B-B501-CF97FA936E35}"/>
              </a:ext>
            </a:extLst>
          </p:cNvPr>
          <p:cNvSpPr>
            <a:spLocks noGrp="1"/>
          </p:cNvSpPr>
          <p:nvPr>
            <p:ph type="title"/>
          </p:nvPr>
        </p:nvSpPr>
        <p:spPr>
          <a:xfrm>
            <a:off x="-2129286" y="103755"/>
            <a:ext cx="10590898" cy="606700"/>
          </a:xfrm>
        </p:spPr>
        <p:txBody>
          <a:bodyPr>
            <a:noAutofit/>
          </a:bodyPr>
          <a:lstStyle/>
          <a:p>
            <a:pPr algn="ctr"/>
            <a:r>
              <a:rPr lang="en-US" sz="4000" dirty="0"/>
              <a:t>        </a:t>
            </a:r>
            <a:r>
              <a:rPr lang="en-US" sz="4000" b="1" dirty="0">
                <a:latin typeface="Times New Roman" panose="02020603050405020304" pitchFamily="18" charset="0"/>
                <a:cs typeface="Times New Roman" panose="02020603050405020304" pitchFamily="18" charset="0"/>
              </a:rPr>
              <a:t>Schema Model</a:t>
            </a:r>
          </a:p>
        </p:txBody>
      </p:sp>
    </p:spTree>
    <p:extLst>
      <p:ext uri="{BB962C8B-B14F-4D97-AF65-F5344CB8AC3E}">
        <p14:creationId xmlns:p14="http://schemas.microsoft.com/office/powerpoint/2010/main" val="34933409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414E5-422D-F34E-9E4E-119ECC911930}"/>
              </a:ext>
            </a:extLst>
          </p:cNvPr>
          <p:cNvSpPr>
            <a:spLocks noGrp="1"/>
          </p:cNvSpPr>
          <p:nvPr>
            <p:ph type="title"/>
          </p:nvPr>
        </p:nvSpPr>
        <p:spPr>
          <a:xfrm>
            <a:off x="838200" y="245661"/>
            <a:ext cx="10515600" cy="655091"/>
          </a:xfrm>
        </p:spPr>
        <p:txBody>
          <a:bodyPr>
            <a:noAutofit/>
          </a:bodyPr>
          <a:lstStyle/>
          <a:p>
            <a:pPr algn="ctr"/>
            <a:r>
              <a:rPr lang="en-US" sz="4800" b="1" dirty="0">
                <a:effectLst/>
                <a:latin typeface="Times New Roman" panose="02020603050405020304" pitchFamily="18" charset="0"/>
                <a:ea typeface="Calibri" panose="020F0502020204030204" pitchFamily="34" charset="0"/>
                <a:cs typeface="Times New Roman" panose="02020603050405020304" pitchFamily="18" charset="0"/>
              </a:rPr>
              <a:t>Tools</a:t>
            </a:r>
            <a:endParaRPr lang="en-US" sz="4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FC617F3-56CB-345A-0D87-95463E87A506}"/>
              </a:ext>
            </a:extLst>
          </p:cNvPr>
          <p:cNvSpPr>
            <a:spLocks noGrp="1"/>
          </p:cNvSpPr>
          <p:nvPr>
            <p:ph idx="1"/>
          </p:nvPr>
        </p:nvSpPr>
        <p:spPr>
          <a:xfrm>
            <a:off x="382137" y="996287"/>
            <a:ext cx="11641541" cy="5616051"/>
          </a:xfrm>
        </p:spPr>
        <p:txBody>
          <a:bodyPr>
            <a:normAutofit fontScale="25000" lnSpcReduction="20000"/>
          </a:bodyPr>
          <a:lstStyle/>
          <a:p>
            <a:pPr marL="0" marR="0">
              <a:lnSpc>
                <a:spcPct val="107000"/>
              </a:lnSpc>
              <a:spcBef>
                <a:spcPts val="0"/>
              </a:spcBef>
              <a:spcAft>
                <a:spcPts val="800"/>
              </a:spcAft>
            </a:pPr>
            <a:r>
              <a:rPr lang="en-US" sz="11200" b="1" dirty="0">
                <a:effectLst/>
                <a:latin typeface="Times New Roman" panose="02020603050405020304" pitchFamily="18" charset="0"/>
                <a:ea typeface="Calibri" panose="020F0502020204030204" pitchFamily="34" charset="0"/>
                <a:cs typeface="Times New Roman" panose="02020603050405020304" pitchFamily="18" charset="0"/>
              </a:rPr>
              <a:t>Front-end :                                                                  </a:t>
            </a:r>
            <a:endParaRPr lang="en-US" sz="112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nSpc>
                <a:spcPct val="107000"/>
              </a:lnSpc>
              <a:spcAft>
                <a:spcPts val="800"/>
              </a:spcAft>
              <a:buFont typeface="Arial" panose="020B0604020202020204" pitchFamily="34" charset="0"/>
              <a:buChar char="•"/>
            </a:pPr>
            <a:r>
              <a:rPr lang="en-US" sz="9600" dirty="0">
                <a:effectLst/>
                <a:latin typeface="Calibri" panose="020F0502020204030204" pitchFamily="34" charset="0"/>
                <a:ea typeface="Calibri" panose="020F0502020204030204" pitchFamily="34" charset="0"/>
              </a:rPr>
              <a:t>html5 ,</a:t>
            </a:r>
            <a:r>
              <a:rPr lang="ar-EG" sz="9600" dirty="0">
                <a:effectLst/>
                <a:latin typeface="Calibri" panose="020F0502020204030204" pitchFamily="34" charset="0"/>
                <a:ea typeface="Calibri" panose="020F0502020204030204" pitchFamily="34" charset="0"/>
              </a:rPr>
              <a:t> </a:t>
            </a:r>
            <a:r>
              <a:rPr lang="en-US" sz="9600" dirty="0">
                <a:effectLst/>
                <a:latin typeface="Calibri" panose="020F0502020204030204" pitchFamily="34" charset="0"/>
                <a:ea typeface="Calibri" panose="020F0502020204030204" pitchFamily="34" charset="0"/>
              </a:rPr>
              <a:t> </a:t>
            </a:r>
            <a:r>
              <a:rPr lang="en-US" sz="9600" dirty="0">
                <a:latin typeface="Calibri" panose="020F0502020204030204" pitchFamily="34" charset="0"/>
              </a:rPr>
              <a:t>css3,</a:t>
            </a:r>
            <a:r>
              <a:rPr lang="ar-EG" sz="9600" dirty="0">
                <a:latin typeface="Calibri" panose="020F0502020204030204" pitchFamily="34" charset="0"/>
              </a:rPr>
              <a:t> </a:t>
            </a:r>
            <a:r>
              <a:rPr lang="en-US" sz="9600" dirty="0">
                <a:latin typeface="Calibri" panose="020F0502020204030204" pitchFamily="34" charset="0"/>
              </a:rPr>
              <a:t> JavaScript</a:t>
            </a:r>
            <a:endParaRPr lang="en-US" sz="9600" dirty="0">
              <a:effectLst/>
              <a:latin typeface="Calibri" panose="020F0502020204030204" pitchFamily="34" charset="0"/>
              <a:ea typeface="Calibri" panose="020F0502020204030204" pitchFamily="34" charset="0"/>
            </a:endParaRPr>
          </a:p>
          <a:p>
            <a:pPr marL="285750" marR="0" indent="-285750">
              <a:lnSpc>
                <a:spcPct val="107000"/>
              </a:lnSpc>
              <a:spcBef>
                <a:spcPts val="0"/>
              </a:spcBef>
              <a:spcAft>
                <a:spcPts val="800"/>
              </a:spcAft>
              <a:buFont typeface="Arial" panose="020B0604020202020204" pitchFamily="34" charset="0"/>
              <a:buChar char="•"/>
            </a:pPr>
            <a:r>
              <a:rPr lang="en-US" sz="9600" dirty="0">
                <a:effectLst/>
                <a:latin typeface="Calibri" panose="020F0502020204030204" pitchFamily="34" charset="0"/>
                <a:ea typeface="Calibri" panose="020F0502020204030204" pitchFamily="34" charset="0"/>
              </a:rPr>
              <a:t>jQuery</a:t>
            </a:r>
          </a:p>
          <a:p>
            <a:pPr marL="285750" marR="0" indent="-285750">
              <a:lnSpc>
                <a:spcPct val="107000"/>
              </a:lnSpc>
              <a:spcBef>
                <a:spcPts val="0"/>
              </a:spcBef>
              <a:spcAft>
                <a:spcPts val="800"/>
              </a:spcAft>
              <a:buFont typeface="Arial" panose="020B0604020202020204" pitchFamily="34" charset="0"/>
              <a:buChar char="•"/>
            </a:pPr>
            <a:r>
              <a:rPr lang="en-US" sz="9600" dirty="0">
                <a:effectLst/>
                <a:latin typeface="Calibri" panose="020F0502020204030204" pitchFamily="34" charset="0"/>
                <a:ea typeface="Calibri" panose="020F0502020204030204" pitchFamily="34" charset="0"/>
              </a:rPr>
              <a:t>bootstrap</a:t>
            </a:r>
          </a:p>
          <a:p>
            <a:pPr marL="0" marR="0">
              <a:lnSpc>
                <a:spcPct val="107000"/>
              </a:lnSpc>
              <a:spcBef>
                <a:spcPts val="0"/>
              </a:spcBef>
              <a:spcAft>
                <a:spcPts val="800"/>
              </a:spcAft>
            </a:pPr>
            <a:endParaRPr lang="en-US" sz="16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sz="11200" b="1" dirty="0">
                <a:effectLst/>
                <a:latin typeface="Times New Roman" panose="02020603050405020304" pitchFamily="18" charset="0"/>
                <a:ea typeface="Calibri" panose="020F0502020204030204" pitchFamily="34" charset="0"/>
                <a:cs typeface="Times New Roman" panose="02020603050405020304" pitchFamily="18" charset="0"/>
              </a:rPr>
              <a:t>Back-end :</a:t>
            </a:r>
            <a:endParaRPr lang="en-US" sz="112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nSpc>
                <a:spcPct val="107000"/>
              </a:lnSpc>
              <a:buFont typeface="Arial" panose="020B0604020202020204" pitchFamily="34" charset="0"/>
              <a:buChar char="•"/>
            </a:pPr>
            <a:r>
              <a:rPr lang="en-US" sz="9600" dirty="0">
                <a:effectLst/>
                <a:latin typeface="Arial" panose="020B0604020202020204" pitchFamily="34" charset="0"/>
                <a:ea typeface="Calibri" panose="020F0502020204030204" pitchFamily="34" charset="0"/>
                <a:cs typeface="Arial" panose="020B0604020202020204" pitchFamily="34" charset="0"/>
              </a:rPr>
              <a:t>Laravel – PHP </a:t>
            </a:r>
          </a:p>
          <a:p>
            <a:pPr marL="285750" marR="0" lvl="0" indent="-285750">
              <a:lnSpc>
                <a:spcPct val="107000"/>
              </a:lnSpc>
              <a:spcBef>
                <a:spcPts val="0"/>
              </a:spcBef>
              <a:spcAft>
                <a:spcPts val="800"/>
              </a:spcAft>
              <a:buFont typeface="Arial" panose="020B0604020202020204" pitchFamily="34" charset="0"/>
              <a:buChar char="•"/>
            </a:pPr>
            <a:r>
              <a:rPr lang="en-US" sz="9600" dirty="0">
                <a:latin typeface="Arial" panose="020B0604020202020204" pitchFamily="34" charset="0"/>
                <a:ea typeface="Calibri" panose="020F0502020204030204" pitchFamily="34" charset="0"/>
                <a:cs typeface="Arial" panose="020B0604020202020204" pitchFamily="34" charset="0"/>
              </a:rPr>
              <a:t>My</a:t>
            </a:r>
            <a:r>
              <a:rPr lang="en-US" sz="9600" dirty="0">
                <a:effectLst/>
                <a:latin typeface="Arial" panose="020B0604020202020204" pitchFamily="34" charset="0"/>
                <a:ea typeface="Calibri" panose="020F0502020204030204" pitchFamily="34" charset="0"/>
                <a:cs typeface="Arial" panose="020B0604020202020204" pitchFamily="34" charset="0"/>
              </a:rPr>
              <a:t>SQL</a:t>
            </a:r>
          </a:p>
          <a:p>
            <a:pPr marL="285750" marR="0" lvl="0" indent="-285750">
              <a:lnSpc>
                <a:spcPct val="107000"/>
              </a:lnSpc>
              <a:spcBef>
                <a:spcPts val="0"/>
              </a:spcBef>
              <a:spcAft>
                <a:spcPts val="800"/>
              </a:spcAft>
              <a:buFont typeface="Arial" panose="020B0604020202020204" pitchFamily="34" charset="0"/>
              <a:buChar char="•"/>
            </a:pPr>
            <a:r>
              <a:rPr lang="en-US" sz="9600" dirty="0">
                <a:effectLst/>
                <a:latin typeface="Arial" panose="020B0604020202020204" pitchFamily="34" charset="0"/>
                <a:ea typeface="Calibri" panose="020F0502020204030204" pitchFamily="34" charset="0"/>
                <a:cs typeface="Arial" panose="020B0604020202020204" pitchFamily="34" charset="0"/>
              </a:rPr>
              <a:t> API</a:t>
            </a:r>
            <a:endParaRPr lang="en-US" sz="9600" dirty="0">
              <a:latin typeface="Arial" panose="020B0604020202020204" pitchFamily="34" charset="0"/>
              <a:ea typeface="Calibri" panose="020F0502020204030204" pitchFamily="34" charset="0"/>
              <a:cs typeface="Arial" panose="020B0604020202020204" pitchFamily="34" charset="0"/>
            </a:endParaRPr>
          </a:p>
          <a:p>
            <a:pPr lvl="0">
              <a:lnSpc>
                <a:spcPct val="107000"/>
              </a:lnSpc>
              <a:spcAft>
                <a:spcPts val="800"/>
              </a:spcAft>
            </a:pPr>
            <a:r>
              <a:rPr lang="en-US" sz="11200" b="1" dirty="0">
                <a:latin typeface="Times New Roman" panose="02020603050405020304" pitchFamily="18" charset="0"/>
                <a:cs typeface="Times New Roman" panose="02020603050405020304" pitchFamily="18" charset="0"/>
              </a:rPr>
              <a:t>Mobile Application </a:t>
            </a:r>
          </a:p>
          <a:p>
            <a:pPr>
              <a:lnSpc>
                <a:spcPct val="107000"/>
              </a:lnSpc>
              <a:spcAft>
                <a:spcPts val="800"/>
              </a:spcAft>
            </a:pPr>
            <a:r>
              <a:rPr lang="en-US" sz="9600" dirty="0">
                <a:latin typeface="Arial" panose="020B0604020202020204" pitchFamily="34" charset="0"/>
                <a:cs typeface="Arial" panose="020B0604020202020204" pitchFamily="34" charset="0"/>
              </a:rPr>
              <a:t>flutter</a:t>
            </a:r>
          </a:p>
          <a:p>
            <a:pPr lvl="0">
              <a:lnSpc>
                <a:spcPct val="107000"/>
              </a:lnSpc>
              <a:spcAft>
                <a:spcPts val="800"/>
              </a:spcAft>
            </a:pPr>
            <a:endParaRPr lang="en-US" sz="9600" b="1" dirty="0">
              <a:latin typeface="Calibri" panose="020F0502020204030204" pitchFamily="34" charset="0"/>
              <a:cs typeface="Arial" panose="020B0604020202020204" pitchFamily="34" charset="0"/>
            </a:endParaRPr>
          </a:p>
          <a:p>
            <a:pPr marL="285750" lvl="0" indent="-285750">
              <a:lnSpc>
                <a:spcPct val="107000"/>
              </a:lnSpc>
              <a:spcAft>
                <a:spcPts val="800"/>
              </a:spcAft>
              <a:buFont typeface="Arial" panose="020B0604020202020204" pitchFamily="34" charset="0"/>
              <a:buChar char="•"/>
            </a:pPr>
            <a:endParaRPr lang="en-US" sz="9600" dirty="0">
              <a:latin typeface="Calibri" panose="020F0502020204030204" pitchFamily="34" charset="0"/>
              <a:cs typeface="Arial" panose="020B0604020202020204" pitchFamily="34" charset="0"/>
            </a:endParaRPr>
          </a:p>
          <a:p>
            <a:endParaRPr lang="en-US" dirty="0"/>
          </a:p>
        </p:txBody>
      </p:sp>
    </p:spTree>
    <p:extLst>
      <p:ext uri="{BB962C8B-B14F-4D97-AF65-F5344CB8AC3E}">
        <p14:creationId xmlns:p14="http://schemas.microsoft.com/office/powerpoint/2010/main" val="39459704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23647-4AD9-B450-730F-F391773B24E6}"/>
              </a:ext>
            </a:extLst>
          </p:cNvPr>
          <p:cNvSpPr>
            <a:spLocks noGrp="1"/>
          </p:cNvSpPr>
          <p:nvPr>
            <p:ph type="title"/>
          </p:nvPr>
        </p:nvSpPr>
        <p:spPr>
          <a:xfrm>
            <a:off x="838200" y="136479"/>
            <a:ext cx="10515600" cy="1091820"/>
          </a:xfrm>
        </p:spPr>
        <p:txBody>
          <a:bodyPr>
            <a:normAutofit/>
          </a:bodyPr>
          <a:lstStyle/>
          <a:p>
            <a:pPr algn="ctr"/>
            <a:r>
              <a:rPr lang="en-US" sz="4800" b="1" dirty="0">
                <a:latin typeface="Times New Roman" panose="02020603050405020304" pitchFamily="18" charset="0"/>
                <a:cs typeface="Times New Roman" panose="02020603050405020304" pitchFamily="18" charset="0"/>
              </a:rPr>
              <a:t>Login Page</a:t>
            </a:r>
          </a:p>
        </p:txBody>
      </p:sp>
      <p:pic>
        <p:nvPicPr>
          <p:cNvPr id="4" name="Picture 3">
            <a:extLst>
              <a:ext uri="{FF2B5EF4-FFF2-40B4-BE49-F238E27FC236}">
                <a16:creationId xmlns:a16="http://schemas.microsoft.com/office/drawing/2014/main" id="{0B447FBB-A2A7-85B0-AADA-43363CC4A50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4134" y="1228299"/>
            <a:ext cx="11943732" cy="5493222"/>
          </a:xfrm>
          <a:prstGeom prst="rect">
            <a:avLst/>
          </a:prstGeom>
        </p:spPr>
      </p:pic>
    </p:spTree>
    <p:extLst>
      <p:ext uri="{BB962C8B-B14F-4D97-AF65-F5344CB8AC3E}">
        <p14:creationId xmlns:p14="http://schemas.microsoft.com/office/powerpoint/2010/main" val="42071199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CEC2C-3EA4-8CE5-BCB3-F4B1854E529F}"/>
              </a:ext>
            </a:extLst>
          </p:cNvPr>
          <p:cNvSpPr>
            <a:spLocks noGrp="1"/>
          </p:cNvSpPr>
          <p:nvPr>
            <p:ph type="title"/>
          </p:nvPr>
        </p:nvSpPr>
        <p:spPr>
          <a:xfrm>
            <a:off x="831986" y="174033"/>
            <a:ext cx="10823202" cy="1204391"/>
          </a:xfrm>
        </p:spPr>
        <p:txBody>
          <a:bodyPr vert="horz" lIns="91440" tIns="45720" rIns="91440" bIns="45720" rtlCol="0" anchor="ctr">
            <a:normAutofit/>
          </a:bodyPr>
          <a:lstStyle/>
          <a:p>
            <a:pPr algn="ctr"/>
            <a:r>
              <a:rPr lang="en-US" sz="5200" b="1" dirty="0">
                <a:latin typeface="Times New Roman" panose="02020603050405020304" pitchFamily="18" charset="0"/>
                <a:cs typeface="Times New Roman" panose="02020603050405020304" pitchFamily="18" charset="0"/>
              </a:rPr>
              <a:t>Graph Show  Number Of Patients </a:t>
            </a:r>
          </a:p>
        </p:txBody>
      </p:sp>
      <p:pic>
        <p:nvPicPr>
          <p:cNvPr id="4" name="Picture 3">
            <a:extLst>
              <a:ext uri="{FF2B5EF4-FFF2-40B4-BE49-F238E27FC236}">
                <a16:creationId xmlns:a16="http://schemas.microsoft.com/office/drawing/2014/main" id="{E1E37519-0C07-5A73-3ABC-E850F466AC87}"/>
              </a:ext>
            </a:extLst>
          </p:cNvPr>
          <p:cNvPicPr>
            <a:picLocks noChangeAspect="1"/>
          </p:cNvPicPr>
          <p:nvPr/>
        </p:nvPicPr>
        <p:blipFill>
          <a:blip r:embed="rId2">
            <a:extLst>
              <a:ext uri="{28A0092B-C50C-407E-A947-70E740481C1C}">
                <a14:useLocalDpi xmlns:a14="http://schemas.microsoft.com/office/drawing/2010/main" val="0"/>
              </a:ext>
            </a:extLst>
          </a:blip>
          <a:srcRect t="2552" b="2552"/>
          <a:stretch/>
        </p:blipFill>
        <p:spPr>
          <a:xfrm>
            <a:off x="109183" y="1538810"/>
            <a:ext cx="11969086" cy="5145158"/>
          </a:xfrm>
          <a:prstGeom prst="rect">
            <a:avLst/>
          </a:prstGeom>
        </p:spPr>
      </p:pic>
    </p:spTree>
    <p:extLst>
      <p:ext uri="{BB962C8B-B14F-4D97-AF65-F5344CB8AC3E}">
        <p14:creationId xmlns:p14="http://schemas.microsoft.com/office/powerpoint/2010/main" val="22617004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81F50-088B-144D-1259-AC6C4F83F8CE}"/>
              </a:ext>
            </a:extLst>
          </p:cNvPr>
          <p:cNvSpPr>
            <a:spLocks noGrp="1"/>
          </p:cNvSpPr>
          <p:nvPr>
            <p:ph type="title"/>
          </p:nvPr>
        </p:nvSpPr>
        <p:spPr>
          <a:xfrm>
            <a:off x="831987" y="174033"/>
            <a:ext cx="11178771" cy="1136152"/>
          </a:xfrm>
        </p:spPr>
        <p:txBody>
          <a:bodyPr vert="horz" lIns="91440" tIns="45720" rIns="91440" bIns="45720" rtlCol="0" anchor="ctr">
            <a:normAutofit/>
          </a:bodyPr>
          <a:lstStyle/>
          <a:p>
            <a:pPr algn="ctr"/>
            <a:r>
              <a:rPr lang="en-US" sz="5200" b="1" dirty="0">
                <a:latin typeface="Times New Roman" panose="02020603050405020304" pitchFamily="18" charset="0"/>
                <a:cs typeface="Times New Roman" panose="02020603050405020304" pitchFamily="18" charset="0"/>
              </a:rPr>
              <a:t>Graph Show Antibiotic Usage</a:t>
            </a:r>
          </a:p>
        </p:txBody>
      </p:sp>
      <p:pic>
        <p:nvPicPr>
          <p:cNvPr id="4" name="Picture 3">
            <a:extLst>
              <a:ext uri="{FF2B5EF4-FFF2-40B4-BE49-F238E27FC236}">
                <a16:creationId xmlns:a16="http://schemas.microsoft.com/office/drawing/2014/main" id="{507CE562-831D-BE09-9018-A3C152A52B07}"/>
              </a:ext>
            </a:extLst>
          </p:cNvPr>
          <p:cNvPicPr>
            <a:picLocks noChangeAspect="1"/>
          </p:cNvPicPr>
          <p:nvPr/>
        </p:nvPicPr>
        <p:blipFill>
          <a:blip r:embed="rId2">
            <a:extLst>
              <a:ext uri="{28A0092B-C50C-407E-A947-70E740481C1C}">
                <a14:useLocalDpi xmlns:a14="http://schemas.microsoft.com/office/drawing/2010/main" val="0"/>
              </a:ext>
            </a:extLst>
          </a:blip>
          <a:srcRect l="1384" r="1384"/>
          <a:stretch/>
        </p:blipFill>
        <p:spPr>
          <a:xfrm>
            <a:off x="136479" y="1433015"/>
            <a:ext cx="11874280" cy="5250952"/>
          </a:xfrm>
          <a:prstGeom prst="rect">
            <a:avLst/>
          </a:prstGeom>
        </p:spPr>
      </p:pic>
    </p:spTree>
    <p:extLst>
      <p:ext uri="{BB962C8B-B14F-4D97-AF65-F5344CB8AC3E}">
        <p14:creationId xmlns:p14="http://schemas.microsoft.com/office/powerpoint/2010/main" val="13069447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24AA0-8D01-C150-8EB3-246E70636AEB}"/>
              </a:ext>
            </a:extLst>
          </p:cNvPr>
          <p:cNvSpPr>
            <a:spLocks noGrp="1"/>
          </p:cNvSpPr>
          <p:nvPr>
            <p:ph type="title"/>
          </p:nvPr>
        </p:nvSpPr>
        <p:spPr>
          <a:xfrm>
            <a:off x="831988" y="174033"/>
            <a:ext cx="10959678" cy="958731"/>
          </a:xfrm>
        </p:spPr>
        <p:txBody>
          <a:bodyPr vert="horz" lIns="91440" tIns="45720" rIns="91440" bIns="45720" rtlCol="0" anchor="ctr">
            <a:normAutofit/>
          </a:bodyPr>
          <a:lstStyle/>
          <a:p>
            <a:pPr algn="ctr"/>
            <a:r>
              <a:rPr lang="en-US" sz="5200" b="1" dirty="0">
                <a:latin typeface="Times New Roman" panose="02020603050405020304" pitchFamily="18" charset="0"/>
                <a:cs typeface="Times New Roman" panose="02020603050405020304" pitchFamily="18" charset="0"/>
              </a:rPr>
              <a:t>Statistics Page</a:t>
            </a:r>
          </a:p>
        </p:txBody>
      </p:sp>
      <p:pic>
        <p:nvPicPr>
          <p:cNvPr id="4" name="Picture 3">
            <a:extLst>
              <a:ext uri="{FF2B5EF4-FFF2-40B4-BE49-F238E27FC236}">
                <a16:creationId xmlns:a16="http://schemas.microsoft.com/office/drawing/2014/main" id="{10EEEA3B-2BAD-DBED-12B2-6F40A8A3C564}"/>
              </a:ext>
            </a:extLst>
          </p:cNvPr>
          <p:cNvPicPr>
            <a:picLocks noChangeAspect="1"/>
          </p:cNvPicPr>
          <p:nvPr/>
        </p:nvPicPr>
        <p:blipFill>
          <a:blip r:embed="rId2">
            <a:extLst>
              <a:ext uri="{28A0092B-C50C-407E-A947-70E740481C1C}">
                <a14:useLocalDpi xmlns:a14="http://schemas.microsoft.com/office/drawing/2010/main" val="0"/>
              </a:ext>
            </a:extLst>
          </a:blip>
          <a:srcRect t="1662" b="1662"/>
          <a:stretch/>
        </p:blipFill>
        <p:spPr>
          <a:xfrm>
            <a:off x="176065" y="1132765"/>
            <a:ext cx="11834693" cy="5551202"/>
          </a:xfrm>
          <a:prstGeom prst="rect">
            <a:avLst/>
          </a:prstGeom>
        </p:spPr>
      </p:pic>
    </p:spTree>
    <p:extLst>
      <p:ext uri="{BB962C8B-B14F-4D97-AF65-F5344CB8AC3E}">
        <p14:creationId xmlns:p14="http://schemas.microsoft.com/office/powerpoint/2010/main" val="30796299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7951F-2038-A148-637D-A8E81B58E5BA}"/>
              </a:ext>
            </a:extLst>
          </p:cNvPr>
          <p:cNvSpPr>
            <a:spLocks noGrp="1"/>
          </p:cNvSpPr>
          <p:nvPr>
            <p:ph type="title"/>
          </p:nvPr>
        </p:nvSpPr>
        <p:spPr>
          <a:xfrm>
            <a:off x="831987" y="174032"/>
            <a:ext cx="11178771" cy="781311"/>
          </a:xfrm>
        </p:spPr>
        <p:txBody>
          <a:bodyPr vert="horz" lIns="91440" tIns="45720" rIns="91440" bIns="45720" rtlCol="0" anchor="ctr">
            <a:normAutofit fontScale="90000"/>
          </a:bodyPr>
          <a:lstStyle/>
          <a:p>
            <a:pPr algn="ctr"/>
            <a:r>
              <a:rPr lang="en-US" sz="5200" b="1" dirty="0">
                <a:latin typeface="Times New Roman" panose="02020603050405020304" pitchFamily="18" charset="0"/>
                <a:cs typeface="Times New Roman" panose="02020603050405020304" pitchFamily="18" charset="0"/>
              </a:rPr>
              <a:t>Filter Process</a:t>
            </a:r>
          </a:p>
        </p:txBody>
      </p:sp>
      <p:pic>
        <p:nvPicPr>
          <p:cNvPr id="4" name="Picture 3">
            <a:extLst>
              <a:ext uri="{FF2B5EF4-FFF2-40B4-BE49-F238E27FC236}">
                <a16:creationId xmlns:a16="http://schemas.microsoft.com/office/drawing/2014/main" id="{1355C231-E1E2-CC4E-1AFA-4742FC302951}"/>
              </a:ext>
            </a:extLst>
          </p:cNvPr>
          <p:cNvPicPr>
            <a:picLocks noChangeAspect="1"/>
          </p:cNvPicPr>
          <p:nvPr/>
        </p:nvPicPr>
        <p:blipFill rotWithShape="1">
          <a:blip r:embed="rId2">
            <a:extLst>
              <a:ext uri="{28A0092B-C50C-407E-A947-70E740481C1C}">
                <a14:useLocalDpi xmlns:a14="http://schemas.microsoft.com/office/drawing/2010/main" val="0"/>
              </a:ext>
            </a:extLst>
          </a:blip>
          <a:srcRect l="10887" r="13901" b="1"/>
          <a:stretch/>
        </p:blipFill>
        <p:spPr>
          <a:xfrm>
            <a:off x="109183" y="1050879"/>
            <a:ext cx="11901575" cy="5633090"/>
          </a:xfrm>
          <a:prstGeom prst="rect">
            <a:avLst/>
          </a:prstGeom>
        </p:spPr>
      </p:pic>
    </p:spTree>
    <p:extLst>
      <p:ext uri="{BB962C8B-B14F-4D97-AF65-F5344CB8AC3E}">
        <p14:creationId xmlns:p14="http://schemas.microsoft.com/office/powerpoint/2010/main" val="38251086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83F8E4-3CD3-0BE4-62B7-904DDB5FAD17}"/>
              </a:ext>
            </a:extLst>
          </p:cNvPr>
          <p:cNvSpPr>
            <a:spLocks noGrp="1"/>
          </p:cNvSpPr>
          <p:nvPr>
            <p:ph type="title"/>
          </p:nvPr>
        </p:nvSpPr>
        <p:spPr>
          <a:xfrm>
            <a:off x="838200" y="156259"/>
            <a:ext cx="10515600" cy="853675"/>
          </a:xfrm>
        </p:spPr>
        <p:txBody>
          <a:bodyPr/>
          <a:lstStyle/>
          <a:p>
            <a:pPr algn="ctr"/>
            <a:r>
              <a:rPr lang="en-US" b="1" dirty="0">
                <a:latin typeface="Times New Roman" panose="02020603050405020304" pitchFamily="18" charset="0"/>
                <a:cs typeface="Times New Roman" panose="02020603050405020304" pitchFamily="18" charset="0"/>
              </a:rPr>
              <a:t>Example Of Statistics</a:t>
            </a:r>
          </a:p>
        </p:txBody>
      </p:sp>
      <p:pic>
        <p:nvPicPr>
          <p:cNvPr id="5" name="Content Placeholder 4">
            <a:extLst>
              <a:ext uri="{FF2B5EF4-FFF2-40B4-BE49-F238E27FC236}">
                <a16:creationId xmlns:a16="http://schemas.microsoft.com/office/drawing/2014/main" id="{4B393CAD-37C7-8D3F-1BC0-50D58C48E458}"/>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150125" y="1105469"/>
            <a:ext cx="11914496" cy="5596272"/>
          </a:xfrm>
        </p:spPr>
      </p:pic>
    </p:spTree>
    <p:extLst>
      <p:ext uri="{BB962C8B-B14F-4D97-AF65-F5344CB8AC3E}">
        <p14:creationId xmlns:p14="http://schemas.microsoft.com/office/powerpoint/2010/main" val="42546062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13C6A-D1AF-33FD-8633-14A7E43D3155}"/>
              </a:ext>
            </a:extLst>
          </p:cNvPr>
          <p:cNvSpPr>
            <a:spLocks noGrp="1"/>
          </p:cNvSpPr>
          <p:nvPr>
            <p:ph type="title"/>
          </p:nvPr>
        </p:nvSpPr>
        <p:spPr>
          <a:xfrm>
            <a:off x="838200" y="143301"/>
            <a:ext cx="10515600" cy="798395"/>
          </a:xfrm>
        </p:spPr>
        <p:txBody>
          <a:bodyPr/>
          <a:lstStyle/>
          <a:p>
            <a:pPr algn="ctr"/>
            <a:r>
              <a:rPr lang="en-US" b="1" dirty="0">
                <a:latin typeface="Times New Roman" panose="02020603050405020304" pitchFamily="18" charset="0"/>
                <a:cs typeface="Times New Roman" panose="02020603050405020304" pitchFamily="18" charset="0"/>
              </a:rPr>
              <a:t>Patient Page</a:t>
            </a:r>
          </a:p>
        </p:txBody>
      </p:sp>
      <p:pic>
        <p:nvPicPr>
          <p:cNvPr id="5" name="Content Placeholder 4">
            <a:extLst>
              <a:ext uri="{FF2B5EF4-FFF2-40B4-BE49-F238E27FC236}">
                <a16:creationId xmlns:a16="http://schemas.microsoft.com/office/drawing/2014/main" id="{CA397CEA-3777-9A68-0F64-A6F5EFCB4F80}"/>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122829" y="1050878"/>
            <a:ext cx="11955439" cy="5663821"/>
          </a:xfrm>
        </p:spPr>
      </p:pic>
    </p:spTree>
    <p:extLst>
      <p:ext uri="{BB962C8B-B14F-4D97-AF65-F5344CB8AC3E}">
        <p14:creationId xmlns:p14="http://schemas.microsoft.com/office/powerpoint/2010/main" val="3056975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48B66-22C5-2EE2-1375-CAEC86FC6248}"/>
              </a:ext>
            </a:extLst>
          </p:cNvPr>
          <p:cNvSpPr>
            <a:spLocks noGrp="1"/>
          </p:cNvSpPr>
          <p:nvPr>
            <p:ph type="title"/>
          </p:nvPr>
        </p:nvSpPr>
        <p:spPr>
          <a:xfrm>
            <a:off x="838200" y="156949"/>
            <a:ext cx="10515600" cy="852985"/>
          </a:xfrm>
        </p:spPr>
        <p:txBody>
          <a:bodyPr/>
          <a:lstStyle/>
          <a:p>
            <a:pPr algn="ctr"/>
            <a:r>
              <a:rPr lang="en-US" b="1" dirty="0">
                <a:latin typeface="Times New Roman" panose="02020603050405020304" pitchFamily="18" charset="0"/>
                <a:cs typeface="Times New Roman" panose="02020603050405020304" pitchFamily="18" charset="0"/>
              </a:rPr>
              <a:t>Adding New Patient</a:t>
            </a:r>
          </a:p>
        </p:txBody>
      </p:sp>
      <p:pic>
        <p:nvPicPr>
          <p:cNvPr id="5" name="Content Placeholder 4" descr="A screenshot of a computer&#10;&#10;Description automatically generated with medium confidence">
            <a:extLst>
              <a:ext uri="{FF2B5EF4-FFF2-40B4-BE49-F238E27FC236}">
                <a16:creationId xmlns:a16="http://schemas.microsoft.com/office/drawing/2014/main" id="{28108206-A1E4-CF9B-6EE1-9F5C96C5994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6479" y="1119116"/>
            <a:ext cx="11941790" cy="5581935"/>
          </a:xfrm>
        </p:spPr>
      </p:pic>
    </p:spTree>
    <p:extLst>
      <p:ext uri="{BB962C8B-B14F-4D97-AF65-F5344CB8AC3E}">
        <p14:creationId xmlns:p14="http://schemas.microsoft.com/office/powerpoint/2010/main" val="30011895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E2D1D-CAE5-DCD5-172C-06C2381ADC78}"/>
              </a:ext>
            </a:extLst>
          </p:cNvPr>
          <p:cNvSpPr>
            <a:spLocks noGrp="1"/>
          </p:cNvSpPr>
          <p:nvPr>
            <p:ph type="title"/>
          </p:nvPr>
        </p:nvSpPr>
        <p:spPr>
          <a:xfrm>
            <a:off x="838200" y="238838"/>
            <a:ext cx="10515600" cy="784744"/>
          </a:xfrm>
        </p:spPr>
        <p:txBody>
          <a:bodyPr/>
          <a:lstStyle/>
          <a:p>
            <a:pPr algn="ctr"/>
            <a:r>
              <a:rPr lang="en-US" b="1" dirty="0">
                <a:latin typeface="Times New Roman" panose="02020603050405020304" pitchFamily="18" charset="0"/>
                <a:cs typeface="Times New Roman" panose="02020603050405020304" pitchFamily="18" charset="0"/>
              </a:rPr>
              <a:t>Antibiotics Page</a:t>
            </a:r>
          </a:p>
        </p:txBody>
      </p:sp>
      <p:pic>
        <p:nvPicPr>
          <p:cNvPr id="5" name="Content Placeholder 4">
            <a:extLst>
              <a:ext uri="{FF2B5EF4-FFF2-40B4-BE49-F238E27FC236}">
                <a16:creationId xmlns:a16="http://schemas.microsoft.com/office/drawing/2014/main" id="{01D17883-D947-4451-6572-D0CE7515E8A2}"/>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122830" y="1173707"/>
            <a:ext cx="11941791" cy="5568287"/>
          </a:xfrm>
        </p:spPr>
      </p:pic>
    </p:spTree>
    <p:extLst>
      <p:ext uri="{BB962C8B-B14F-4D97-AF65-F5344CB8AC3E}">
        <p14:creationId xmlns:p14="http://schemas.microsoft.com/office/powerpoint/2010/main" val="39422883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A9290-CEA3-D45F-E317-3B5D25612B54}"/>
              </a:ext>
            </a:extLst>
          </p:cNvPr>
          <p:cNvSpPr>
            <a:spLocks noGrp="1"/>
          </p:cNvSpPr>
          <p:nvPr>
            <p:ph type="title"/>
          </p:nvPr>
        </p:nvSpPr>
        <p:spPr>
          <a:xfrm>
            <a:off x="838200" y="109182"/>
            <a:ext cx="10515600" cy="941696"/>
          </a:xfrm>
        </p:spPr>
        <p:txBody>
          <a:bodyPr/>
          <a:lstStyle/>
          <a:p>
            <a:pPr algn="ctr"/>
            <a:r>
              <a:rPr lang="en-US" b="1" dirty="0">
                <a:latin typeface="Times New Roman" panose="02020603050405020304" pitchFamily="18" charset="0"/>
                <a:cs typeface="Times New Roman" panose="02020603050405020304" pitchFamily="18" charset="0"/>
              </a:rPr>
              <a:t>Antibiotic Groups Page</a:t>
            </a:r>
          </a:p>
        </p:txBody>
      </p:sp>
      <p:pic>
        <p:nvPicPr>
          <p:cNvPr id="5" name="Content Placeholder 4" descr="A screenshot of a computer&#10;&#10;Description automatically generated with medium confidence">
            <a:extLst>
              <a:ext uri="{FF2B5EF4-FFF2-40B4-BE49-F238E27FC236}">
                <a16:creationId xmlns:a16="http://schemas.microsoft.com/office/drawing/2014/main" id="{A8B1B09F-4AA2-4D4A-4B99-367803082E0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2012" y="1050878"/>
            <a:ext cx="11832609" cy="5697939"/>
          </a:xfrm>
        </p:spPr>
      </p:pic>
    </p:spTree>
    <p:extLst>
      <p:ext uri="{BB962C8B-B14F-4D97-AF65-F5344CB8AC3E}">
        <p14:creationId xmlns:p14="http://schemas.microsoft.com/office/powerpoint/2010/main" val="14347521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E7488A-3B67-30CA-B603-F09982CDF752}"/>
              </a:ext>
            </a:extLst>
          </p:cNvPr>
          <p:cNvSpPr>
            <a:spLocks noGrp="1"/>
          </p:cNvSpPr>
          <p:nvPr>
            <p:ph type="title"/>
          </p:nvPr>
        </p:nvSpPr>
        <p:spPr>
          <a:xfrm>
            <a:off x="838200" y="211541"/>
            <a:ext cx="10515600" cy="907575"/>
          </a:xfrm>
        </p:spPr>
        <p:txBody>
          <a:bodyPr/>
          <a:lstStyle/>
          <a:p>
            <a:pPr algn="ctr"/>
            <a:r>
              <a:rPr lang="en-US" b="1" dirty="0">
                <a:latin typeface="Times New Roman" panose="02020603050405020304" pitchFamily="18" charset="0"/>
                <a:cs typeface="Times New Roman" panose="02020603050405020304" pitchFamily="18" charset="0"/>
              </a:rPr>
              <a:t>Bacteria Page</a:t>
            </a:r>
          </a:p>
        </p:txBody>
      </p:sp>
      <p:pic>
        <p:nvPicPr>
          <p:cNvPr id="5" name="Content Placeholder 4" descr="A screenshot of a computer&#10;&#10;Description automatically generated with medium confidence">
            <a:extLst>
              <a:ext uri="{FF2B5EF4-FFF2-40B4-BE49-F238E27FC236}">
                <a16:creationId xmlns:a16="http://schemas.microsoft.com/office/drawing/2014/main" id="{F9DF68EA-1B8F-B96A-814C-FE531FCAB1A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7421" y="1119116"/>
            <a:ext cx="11914495" cy="5527343"/>
          </a:xfrm>
        </p:spPr>
      </p:pic>
    </p:spTree>
    <p:extLst>
      <p:ext uri="{BB962C8B-B14F-4D97-AF65-F5344CB8AC3E}">
        <p14:creationId xmlns:p14="http://schemas.microsoft.com/office/powerpoint/2010/main" val="36375470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7FE31-ECF4-22AA-D892-565D9FA98580}"/>
              </a:ext>
            </a:extLst>
          </p:cNvPr>
          <p:cNvSpPr>
            <a:spLocks noGrp="1"/>
          </p:cNvSpPr>
          <p:nvPr>
            <p:ph type="title"/>
          </p:nvPr>
        </p:nvSpPr>
        <p:spPr>
          <a:xfrm>
            <a:off x="838200" y="225191"/>
            <a:ext cx="10515600" cy="798392"/>
          </a:xfrm>
        </p:spPr>
        <p:txBody>
          <a:bodyPr/>
          <a:lstStyle/>
          <a:p>
            <a:pPr algn="ctr"/>
            <a:r>
              <a:rPr lang="en-US" b="1" dirty="0">
                <a:latin typeface="Times New Roman" panose="02020603050405020304" pitchFamily="18" charset="0"/>
                <a:cs typeface="Times New Roman" panose="02020603050405020304" pitchFamily="18" charset="0"/>
              </a:rPr>
              <a:t>Bacteria Group Page</a:t>
            </a:r>
          </a:p>
        </p:txBody>
      </p:sp>
      <p:pic>
        <p:nvPicPr>
          <p:cNvPr id="5" name="Content Placeholder 4" descr="A screenshot of a computer&#10;&#10;Description automatically generated with medium confidence">
            <a:extLst>
              <a:ext uri="{FF2B5EF4-FFF2-40B4-BE49-F238E27FC236}">
                <a16:creationId xmlns:a16="http://schemas.microsoft.com/office/drawing/2014/main" id="{CA271256-1517-1EEA-BAE1-B94C9054466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5534" y="1146412"/>
            <a:ext cx="11996382" cy="5486398"/>
          </a:xfrm>
        </p:spPr>
      </p:pic>
    </p:spTree>
    <p:extLst>
      <p:ext uri="{BB962C8B-B14F-4D97-AF65-F5344CB8AC3E}">
        <p14:creationId xmlns:p14="http://schemas.microsoft.com/office/powerpoint/2010/main" val="15515539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470EC0-7F87-449D-C5CA-F4801F839E4B}"/>
              </a:ext>
            </a:extLst>
          </p:cNvPr>
          <p:cNvSpPr>
            <a:spLocks noGrp="1"/>
          </p:cNvSpPr>
          <p:nvPr>
            <p:ph type="title"/>
          </p:nvPr>
        </p:nvSpPr>
        <p:spPr>
          <a:xfrm>
            <a:off x="838200" y="109182"/>
            <a:ext cx="10515600" cy="941696"/>
          </a:xfrm>
        </p:spPr>
        <p:txBody>
          <a:bodyPr/>
          <a:lstStyle/>
          <a:p>
            <a:pPr algn="ctr"/>
            <a:r>
              <a:rPr lang="en-US" b="1" dirty="0">
                <a:latin typeface="Times New Roman" panose="02020603050405020304" pitchFamily="18" charset="0"/>
                <a:cs typeface="Times New Roman" panose="02020603050405020304" pitchFamily="18" charset="0"/>
              </a:rPr>
              <a:t>Department Page</a:t>
            </a:r>
          </a:p>
        </p:txBody>
      </p:sp>
      <p:pic>
        <p:nvPicPr>
          <p:cNvPr id="7" name="Content Placeholder 6">
            <a:extLst>
              <a:ext uri="{FF2B5EF4-FFF2-40B4-BE49-F238E27FC236}">
                <a16:creationId xmlns:a16="http://schemas.microsoft.com/office/drawing/2014/main" id="{D0AE4CB1-BC4A-8E5E-D3B4-9A4C5B234195}"/>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191069" y="1050878"/>
            <a:ext cx="11859904" cy="5697940"/>
          </a:xfrm>
        </p:spPr>
      </p:pic>
    </p:spTree>
    <p:extLst>
      <p:ext uri="{BB962C8B-B14F-4D97-AF65-F5344CB8AC3E}">
        <p14:creationId xmlns:p14="http://schemas.microsoft.com/office/powerpoint/2010/main" val="35517050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AE2A7-AAE2-508A-7414-20ECA3D1D6E4}"/>
              </a:ext>
            </a:extLst>
          </p:cNvPr>
          <p:cNvSpPr>
            <a:spLocks noGrp="1"/>
          </p:cNvSpPr>
          <p:nvPr>
            <p:ph type="title"/>
          </p:nvPr>
        </p:nvSpPr>
        <p:spPr>
          <a:xfrm>
            <a:off x="838200" y="266132"/>
            <a:ext cx="10515600" cy="730156"/>
          </a:xfrm>
        </p:spPr>
        <p:txBody>
          <a:bodyPr/>
          <a:lstStyle/>
          <a:p>
            <a:pPr algn="ctr"/>
            <a:r>
              <a:rPr lang="en-US" b="1" dirty="0">
                <a:latin typeface="Times New Roman" panose="02020603050405020304" pitchFamily="18" charset="0"/>
                <a:cs typeface="Times New Roman" panose="02020603050405020304" pitchFamily="18" charset="0"/>
              </a:rPr>
              <a:t>Culture Page</a:t>
            </a:r>
          </a:p>
        </p:txBody>
      </p:sp>
      <p:pic>
        <p:nvPicPr>
          <p:cNvPr id="5" name="Content Placeholder 4">
            <a:extLst>
              <a:ext uri="{FF2B5EF4-FFF2-40B4-BE49-F238E27FC236}">
                <a16:creationId xmlns:a16="http://schemas.microsoft.com/office/drawing/2014/main" id="{87EE1B17-97A1-A541-6443-894D51D6E41E}"/>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150125" y="1105469"/>
            <a:ext cx="11928143" cy="5622877"/>
          </a:xfrm>
        </p:spPr>
      </p:pic>
    </p:spTree>
    <p:extLst>
      <p:ext uri="{BB962C8B-B14F-4D97-AF65-F5344CB8AC3E}">
        <p14:creationId xmlns:p14="http://schemas.microsoft.com/office/powerpoint/2010/main" val="31195236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7B86C-C862-EE69-1F22-E5E8E401D31B}"/>
              </a:ext>
            </a:extLst>
          </p:cNvPr>
          <p:cNvSpPr>
            <a:spLocks noGrp="1"/>
          </p:cNvSpPr>
          <p:nvPr>
            <p:ph type="title"/>
          </p:nvPr>
        </p:nvSpPr>
        <p:spPr>
          <a:xfrm>
            <a:off x="838200" y="252486"/>
            <a:ext cx="10515600" cy="798392"/>
          </a:xfrm>
        </p:spPr>
        <p:txBody>
          <a:bodyPr/>
          <a:lstStyle/>
          <a:p>
            <a:pPr algn="ctr"/>
            <a:r>
              <a:rPr lang="en-US" b="1" dirty="0">
                <a:latin typeface="Times New Roman" panose="02020603050405020304" pitchFamily="18" charset="0"/>
                <a:cs typeface="Times New Roman" panose="02020603050405020304" pitchFamily="18" charset="0"/>
              </a:rPr>
              <a:t>Adding User Page</a:t>
            </a:r>
          </a:p>
        </p:txBody>
      </p:sp>
      <p:pic>
        <p:nvPicPr>
          <p:cNvPr id="5" name="Content Placeholder 4" descr="A screenshot of a computer&#10;&#10;Description automatically generated with medium confidence">
            <a:extLst>
              <a:ext uri="{FF2B5EF4-FFF2-40B4-BE49-F238E27FC236}">
                <a16:creationId xmlns:a16="http://schemas.microsoft.com/office/drawing/2014/main" id="{6B693794-0845-E9EE-F8C5-C8C3E4D158C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5534" y="1173707"/>
            <a:ext cx="11955439" cy="5568287"/>
          </a:xfrm>
        </p:spPr>
      </p:pic>
    </p:spTree>
    <p:extLst>
      <p:ext uri="{BB962C8B-B14F-4D97-AF65-F5344CB8AC3E}">
        <p14:creationId xmlns:p14="http://schemas.microsoft.com/office/powerpoint/2010/main" val="34453845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419D1-F4C1-B630-079F-55CFBE5DC9EF}"/>
              </a:ext>
            </a:extLst>
          </p:cNvPr>
          <p:cNvSpPr>
            <a:spLocks noGrp="1"/>
          </p:cNvSpPr>
          <p:nvPr>
            <p:ph type="title"/>
          </p:nvPr>
        </p:nvSpPr>
        <p:spPr>
          <a:xfrm>
            <a:off x="838200" y="184245"/>
            <a:ext cx="10515600" cy="866633"/>
          </a:xfrm>
        </p:spPr>
        <p:txBody>
          <a:bodyPr/>
          <a:lstStyle/>
          <a:p>
            <a:pPr algn="ctr"/>
            <a:r>
              <a:rPr lang="en-US" b="1" dirty="0">
                <a:latin typeface="Times New Roman" panose="02020603050405020304" pitchFamily="18" charset="0"/>
                <a:cs typeface="Times New Roman" panose="02020603050405020304" pitchFamily="18" charset="0"/>
              </a:rPr>
              <a:t>Controlling Users Page</a:t>
            </a:r>
          </a:p>
        </p:txBody>
      </p:sp>
      <p:pic>
        <p:nvPicPr>
          <p:cNvPr id="5" name="Content Placeholder 4" descr="A screenshot of a computer&#10;&#10;Description automatically generated with medium confidence">
            <a:extLst>
              <a:ext uri="{FF2B5EF4-FFF2-40B4-BE49-F238E27FC236}">
                <a16:creationId xmlns:a16="http://schemas.microsoft.com/office/drawing/2014/main" id="{761FC4D8-C1C2-D2BD-FC8F-28D0135B4D5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0024" y="1173707"/>
            <a:ext cx="11872913" cy="5500048"/>
          </a:xfrm>
        </p:spPr>
      </p:pic>
    </p:spTree>
    <p:extLst>
      <p:ext uri="{BB962C8B-B14F-4D97-AF65-F5344CB8AC3E}">
        <p14:creationId xmlns:p14="http://schemas.microsoft.com/office/powerpoint/2010/main" val="8602790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E17A0-9ECC-4137-D8F7-DFF9ECE4AD3C}"/>
              </a:ext>
            </a:extLst>
          </p:cNvPr>
          <p:cNvSpPr>
            <a:spLocks noGrp="1"/>
          </p:cNvSpPr>
          <p:nvPr>
            <p:ph type="title"/>
          </p:nvPr>
        </p:nvSpPr>
        <p:spPr>
          <a:xfrm>
            <a:off x="838200" y="136479"/>
            <a:ext cx="10515600" cy="914399"/>
          </a:xfrm>
        </p:spPr>
        <p:txBody>
          <a:bodyPr/>
          <a:lstStyle/>
          <a:p>
            <a:pPr algn="ctr"/>
            <a:r>
              <a:rPr lang="en-US" b="1" dirty="0">
                <a:latin typeface="Times New Roman" panose="02020603050405020304" pitchFamily="18" charset="0"/>
                <a:cs typeface="Times New Roman" panose="02020603050405020304" pitchFamily="18" charset="0"/>
              </a:rPr>
              <a:t>Users Activity Page</a:t>
            </a:r>
          </a:p>
        </p:txBody>
      </p:sp>
      <p:pic>
        <p:nvPicPr>
          <p:cNvPr id="5" name="Content Placeholder 4" descr="A screenshot of a computer&#10;&#10;Description automatically generated with medium confidence">
            <a:extLst>
              <a:ext uri="{FF2B5EF4-FFF2-40B4-BE49-F238E27FC236}">
                <a16:creationId xmlns:a16="http://schemas.microsoft.com/office/drawing/2014/main" id="{BA36D305-4021-55C5-EE5E-9407A47C386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0012" y="1050878"/>
            <a:ext cx="11944351" cy="5670643"/>
          </a:xfrm>
        </p:spPr>
      </p:pic>
    </p:spTree>
    <p:extLst>
      <p:ext uri="{BB962C8B-B14F-4D97-AF65-F5344CB8AC3E}">
        <p14:creationId xmlns:p14="http://schemas.microsoft.com/office/powerpoint/2010/main" val="33488063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85B7C-6FD4-A0AA-8289-D99C9EDE8A01}"/>
              </a:ext>
            </a:extLst>
          </p:cNvPr>
          <p:cNvSpPr>
            <a:spLocks noGrp="1"/>
          </p:cNvSpPr>
          <p:nvPr>
            <p:ph type="title"/>
          </p:nvPr>
        </p:nvSpPr>
        <p:spPr/>
        <p:txBody>
          <a:bodyPr>
            <a:normAutofit/>
          </a:bodyPr>
          <a:lstStyle/>
          <a:p>
            <a:pPr algn="ctr"/>
            <a:r>
              <a:rPr lang="en-US" sz="5400" b="1" dirty="0"/>
              <a:t>Log Out Page</a:t>
            </a:r>
          </a:p>
        </p:txBody>
      </p:sp>
      <p:pic>
        <p:nvPicPr>
          <p:cNvPr id="5" name="Content Placeholder 4" descr="A picture containing text, screenshot, building, urban design&#10;&#10;Description automatically generated">
            <a:extLst>
              <a:ext uri="{FF2B5EF4-FFF2-40B4-BE49-F238E27FC236}">
                <a16:creationId xmlns:a16="http://schemas.microsoft.com/office/drawing/2014/main" id="{5C474A82-2F49-F6E1-87C5-C2F8F3B0EA2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4716" y="1825625"/>
            <a:ext cx="11818962" cy="4861778"/>
          </a:xfrm>
        </p:spPr>
      </p:pic>
    </p:spTree>
    <p:extLst>
      <p:ext uri="{BB962C8B-B14F-4D97-AF65-F5344CB8AC3E}">
        <p14:creationId xmlns:p14="http://schemas.microsoft.com/office/powerpoint/2010/main" val="30066486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DDB274-F435-AE3C-6F98-21914BD9E0AC}"/>
              </a:ext>
            </a:extLst>
          </p:cNvPr>
          <p:cNvSpPr>
            <a:spLocks noGrp="1"/>
          </p:cNvSpPr>
          <p:nvPr>
            <p:ph type="title"/>
          </p:nvPr>
        </p:nvSpPr>
        <p:spPr/>
        <p:txBody>
          <a:bodyPr/>
          <a:lstStyle/>
          <a:p>
            <a:pPr algn="ctr"/>
            <a:r>
              <a:rPr lang="en-US"/>
              <a:t>Screen Shoots Of Mobile Application</a:t>
            </a:r>
            <a:endParaRPr lang="en-US" dirty="0"/>
          </a:p>
        </p:txBody>
      </p:sp>
      <p:pic>
        <p:nvPicPr>
          <p:cNvPr id="6" name="Content Placeholder 5" descr="A picture containing mobile phone, gadget, portable communications device, communication device&#10;&#10;Description automatically generated">
            <a:extLst>
              <a:ext uri="{FF2B5EF4-FFF2-40B4-BE49-F238E27FC236}">
                <a16:creationId xmlns:a16="http://schemas.microsoft.com/office/drawing/2014/main" id="{51546D6B-3BA1-1104-CAEC-EA38136EB2E1}"/>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214313" y="1889547"/>
            <a:ext cx="5881687" cy="4603327"/>
          </a:xfrm>
        </p:spPr>
      </p:pic>
      <p:pic>
        <p:nvPicPr>
          <p:cNvPr id="8" name="Content Placeholder 7" descr="A picture containing text, gadget, mobile phone, electronic device&#10;&#10;Description automatically generated">
            <a:extLst>
              <a:ext uri="{FF2B5EF4-FFF2-40B4-BE49-F238E27FC236}">
                <a16:creationId xmlns:a16="http://schemas.microsoft.com/office/drawing/2014/main" id="{71EA73D9-D589-6658-F85C-5C8F26BEAC85}"/>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286501" y="1889547"/>
            <a:ext cx="5691186" cy="4539404"/>
          </a:xfrm>
        </p:spPr>
      </p:pic>
    </p:spTree>
    <p:extLst>
      <p:ext uri="{BB962C8B-B14F-4D97-AF65-F5344CB8AC3E}">
        <p14:creationId xmlns:p14="http://schemas.microsoft.com/office/powerpoint/2010/main" val="14737792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4B13D-BF87-8FD3-5DF3-B6E75ADFE6B6}"/>
              </a:ext>
            </a:extLst>
          </p:cNvPr>
          <p:cNvSpPr>
            <a:spLocks noGrp="1"/>
          </p:cNvSpPr>
          <p:nvPr>
            <p:ph type="title"/>
          </p:nvPr>
        </p:nvSpPr>
        <p:spPr/>
        <p:txBody>
          <a:bodyPr/>
          <a:lstStyle/>
          <a:p>
            <a:pPr algn="ctr"/>
            <a:r>
              <a:rPr lang="en-US" dirty="0"/>
              <a:t>Process Of Adding New Patient &amp; Showing Statistics Page </a:t>
            </a:r>
          </a:p>
        </p:txBody>
      </p:sp>
      <p:pic>
        <p:nvPicPr>
          <p:cNvPr id="6" name="Content Placeholder 5" descr="A picture containing text, communication device, mobile phone, gadget&#10;&#10;Description automatically generated">
            <a:extLst>
              <a:ext uri="{FF2B5EF4-FFF2-40B4-BE49-F238E27FC236}">
                <a16:creationId xmlns:a16="http://schemas.microsoft.com/office/drawing/2014/main" id="{189BAD8A-E7D7-35F8-30C7-573DB6426A38}"/>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95618" y="1825625"/>
            <a:ext cx="5645633" cy="4546600"/>
          </a:xfrm>
        </p:spPr>
      </p:pic>
      <p:pic>
        <p:nvPicPr>
          <p:cNvPr id="8" name="Content Placeholder 7" descr="A picture containing mobile phone, communication device, portable communications device, mobile device&#10;&#10;Description automatically generated">
            <a:extLst>
              <a:ext uri="{FF2B5EF4-FFF2-40B4-BE49-F238E27FC236}">
                <a16:creationId xmlns:a16="http://schemas.microsoft.com/office/drawing/2014/main" id="{88B563EA-A523-382F-FCD5-4E18F046C498}"/>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199" y="1825624"/>
            <a:ext cx="5824183" cy="4546601"/>
          </a:xfrm>
        </p:spPr>
      </p:pic>
    </p:spTree>
    <p:extLst>
      <p:ext uri="{BB962C8B-B14F-4D97-AF65-F5344CB8AC3E}">
        <p14:creationId xmlns:p14="http://schemas.microsoft.com/office/powerpoint/2010/main" val="356325906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F2FA9-A5D9-AA4C-A244-D2EBFDD72881}"/>
              </a:ext>
            </a:extLst>
          </p:cNvPr>
          <p:cNvSpPr>
            <a:spLocks noGrp="1"/>
          </p:cNvSpPr>
          <p:nvPr>
            <p:ph type="title"/>
          </p:nvPr>
        </p:nvSpPr>
        <p:spPr/>
        <p:txBody>
          <a:bodyPr/>
          <a:lstStyle/>
          <a:p>
            <a:pPr algn="ctr"/>
            <a:r>
              <a:rPr lang="en-US" dirty="0"/>
              <a:t>Other Picture From Mobile Application</a:t>
            </a:r>
          </a:p>
        </p:txBody>
      </p:sp>
      <p:pic>
        <p:nvPicPr>
          <p:cNvPr id="6" name="Content Placeholder 5" descr="A picture containing text, gadget, communication device, mobile phone&#10;&#10;Description automatically generated">
            <a:extLst>
              <a:ext uri="{FF2B5EF4-FFF2-40B4-BE49-F238E27FC236}">
                <a16:creationId xmlns:a16="http://schemas.microsoft.com/office/drawing/2014/main" id="{FB1F7572-D470-C8CC-FE90-345D57773FAE}"/>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27379" y="1832603"/>
            <a:ext cx="5892422" cy="4337382"/>
          </a:xfrm>
        </p:spPr>
      </p:pic>
      <p:pic>
        <p:nvPicPr>
          <p:cNvPr id="8" name="Content Placeholder 7" descr="A picture containing gadget, mobile phone, portable communications device, communication device&#10;&#10;Description automatically generated">
            <a:extLst>
              <a:ext uri="{FF2B5EF4-FFF2-40B4-BE49-F238E27FC236}">
                <a16:creationId xmlns:a16="http://schemas.microsoft.com/office/drawing/2014/main" id="{731CDF25-86A6-E08C-AC70-76452F7C1AE2}"/>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199" y="1832603"/>
            <a:ext cx="5892422" cy="4337382"/>
          </a:xfrm>
        </p:spPr>
      </p:pic>
    </p:spTree>
    <p:extLst>
      <p:ext uri="{BB962C8B-B14F-4D97-AF65-F5344CB8AC3E}">
        <p14:creationId xmlns:p14="http://schemas.microsoft.com/office/powerpoint/2010/main" val="38985101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499E2-8390-C51D-2202-316BBC41912B}"/>
              </a:ext>
            </a:extLst>
          </p:cNvPr>
          <p:cNvSpPr>
            <a:spLocks noGrp="1"/>
          </p:cNvSpPr>
          <p:nvPr>
            <p:ph type="ctrTitle"/>
          </p:nvPr>
        </p:nvSpPr>
        <p:spPr>
          <a:xfrm>
            <a:off x="1524000" y="232012"/>
            <a:ext cx="9144000" cy="941695"/>
          </a:xfrm>
        </p:spPr>
        <p:txBody>
          <a:bodyPr>
            <a:normAutofit/>
          </a:bodyPr>
          <a:lstStyle/>
          <a:p>
            <a:r>
              <a:rPr lang="en-US" b="1" dirty="0">
                <a:latin typeface="Times New Roman" panose="02020603050405020304" pitchFamily="18" charset="0"/>
                <a:cs typeface="Times New Roman" panose="02020603050405020304" pitchFamily="18" charset="0"/>
              </a:rPr>
              <a:t>Conclusion</a:t>
            </a:r>
          </a:p>
        </p:txBody>
      </p:sp>
      <p:sp>
        <p:nvSpPr>
          <p:cNvPr id="3" name="Subtitle 2">
            <a:extLst>
              <a:ext uri="{FF2B5EF4-FFF2-40B4-BE49-F238E27FC236}">
                <a16:creationId xmlns:a16="http://schemas.microsoft.com/office/drawing/2014/main" id="{919F2723-CE1D-0147-CD20-242EF25D9533}"/>
              </a:ext>
            </a:extLst>
          </p:cNvPr>
          <p:cNvSpPr>
            <a:spLocks noGrp="1"/>
          </p:cNvSpPr>
          <p:nvPr>
            <p:ph type="subTitle" idx="1"/>
          </p:nvPr>
        </p:nvSpPr>
        <p:spPr>
          <a:xfrm>
            <a:off x="450375" y="1514901"/>
            <a:ext cx="11491415" cy="4920624"/>
          </a:xfrm>
        </p:spPr>
        <p:txBody>
          <a:bodyPr>
            <a:normAutofit lnSpcReduction="10000"/>
          </a:bodyPr>
          <a:lstStyle/>
          <a:p>
            <a:pPr marL="342900" indent="-342900" algn="just">
              <a:lnSpc>
                <a:spcPct val="150000"/>
              </a:lnSpc>
              <a:buFont typeface="Arial" panose="020B0604020202020204" pitchFamily="34" charset="0"/>
              <a:buChar char="•"/>
            </a:pPr>
            <a:r>
              <a:rPr lang="en-US" sz="2800" dirty="0">
                <a:latin typeface="Arial" panose="020B0604020202020204" pitchFamily="34" charset="0"/>
                <a:cs typeface="Arial" panose="020B0604020202020204" pitchFamily="34" charset="0"/>
              </a:rPr>
              <a:t>Admin can create many users with different permissions.</a:t>
            </a:r>
          </a:p>
          <a:p>
            <a:pPr marL="342900" indent="-342900" algn="just">
              <a:lnSpc>
                <a:spcPct val="150000"/>
              </a:lnSpc>
              <a:buFont typeface="Arial" panose="020B0604020202020204" pitchFamily="34" charset="0"/>
              <a:buChar char="•"/>
            </a:pPr>
            <a:r>
              <a:rPr lang="en-US" sz="2800" dirty="0">
                <a:latin typeface="Arial" panose="020B0604020202020204" pitchFamily="34" charset="0"/>
                <a:cs typeface="Arial" panose="020B0604020202020204" pitchFamily="34" charset="0"/>
              </a:rPr>
              <a:t>Users can Fill &amp; Update patient’s forms. </a:t>
            </a:r>
          </a:p>
          <a:p>
            <a:pPr marL="342900" indent="-342900" algn="just">
              <a:lnSpc>
                <a:spcPct val="150000"/>
              </a:lnSpc>
              <a:buFont typeface="Arial" panose="020B0604020202020204" pitchFamily="34" charset="0"/>
              <a:buChar char="•"/>
            </a:pPr>
            <a:r>
              <a:rPr lang="en-US" sz="2800" dirty="0">
                <a:latin typeface="Arial" panose="020B0604020202020204" pitchFamily="34" charset="0"/>
                <a:cs typeface="Arial" panose="020B0604020202020204" pitchFamily="34" charset="0"/>
              </a:rPr>
              <a:t>Admin or Authorized users can monitor consumption statistics.</a:t>
            </a:r>
          </a:p>
          <a:p>
            <a:pPr marL="342900" indent="-342900" algn="just">
              <a:lnSpc>
                <a:spcPct val="150000"/>
              </a:lnSpc>
              <a:buFont typeface="Arial" panose="020B0604020202020204" pitchFamily="34" charset="0"/>
              <a:buChar char="•"/>
            </a:pPr>
            <a:r>
              <a:rPr lang="en-US" sz="2800" dirty="0">
                <a:latin typeface="Arial" panose="020B0604020202020204" pitchFamily="34" charset="0"/>
                <a:cs typeface="Arial" panose="020B0604020202020204" pitchFamily="34" charset="0"/>
              </a:rPr>
              <a:t>Admin or Authorized users can send system announcements.</a:t>
            </a:r>
          </a:p>
          <a:p>
            <a:pPr marL="342900" indent="-342900" algn="just">
              <a:lnSpc>
                <a:spcPct val="150000"/>
              </a:lnSpc>
              <a:buFont typeface="Arial" panose="020B0604020202020204" pitchFamily="34" charset="0"/>
              <a:buChar char="•"/>
            </a:pPr>
            <a:r>
              <a:rPr lang="en-US" sz="2800" dirty="0">
                <a:latin typeface="Arial" panose="020B0604020202020204" pitchFamily="34" charset="0"/>
                <a:cs typeface="Arial" panose="020B0604020202020204" pitchFamily="34" charset="0"/>
              </a:rPr>
              <a:t>Admin can track users activities.</a:t>
            </a:r>
          </a:p>
          <a:p>
            <a:pPr marL="342900" indent="-342900" algn="just">
              <a:lnSpc>
                <a:spcPct val="150000"/>
              </a:lnSpc>
              <a:buFont typeface="Arial" panose="020B0604020202020204" pitchFamily="34" charset="0"/>
              <a:buChar char="•"/>
            </a:pPr>
            <a:r>
              <a:rPr lang="en-US" sz="2800" dirty="0">
                <a:latin typeface="Arial" panose="020B0604020202020204" pitchFamily="34" charset="0"/>
                <a:cs typeface="Arial" panose="020B0604020202020204" pitchFamily="34" charset="0"/>
              </a:rPr>
              <a:t>Admin can insert/update system data ( Departments, Bacteria Types, Antibiotic Types ).</a:t>
            </a:r>
          </a:p>
        </p:txBody>
      </p:sp>
    </p:spTree>
    <p:extLst>
      <p:ext uri="{BB962C8B-B14F-4D97-AF65-F5344CB8AC3E}">
        <p14:creationId xmlns:p14="http://schemas.microsoft.com/office/powerpoint/2010/main" val="299417328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499E2-8390-C51D-2202-316BBC41912B}"/>
              </a:ext>
            </a:extLst>
          </p:cNvPr>
          <p:cNvSpPr>
            <a:spLocks noGrp="1"/>
          </p:cNvSpPr>
          <p:nvPr>
            <p:ph type="ctrTitle"/>
          </p:nvPr>
        </p:nvSpPr>
        <p:spPr>
          <a:xfrm>
            <a:off x="1524000" y="214132"/>
            <a:ext cx="9144000" cy="857432"/>
          </a:xfrm>
        </p:spPr>
        <p:txBody>
          <a:bodyPr>
            <a:normAutofit fontScale="90000"/>
          </a:bodyPr>
          <a:lstStyle/>
          <a:p>
            <a:r>
              <a:rPr lang="en-US" b="1" dirty="0">
                <a:latin typeface="Times New Roman" panose="02020603050405020304" pitchFamily="18" charset="0"/>
                <a:cs typeface="Times New Roman" panose="02020603050405020304" pitchFamily="18" charset="0"/>
              </a:rPr>
              <a:t>Future Work</a:t>
            </a:r>
          </a:p>
        </p:txBody>
      </p:sp>
      <p:sp>
        <p:nvSpPr>
          <p:cNvPr id="3" name="Subtitle 2">
            <a:extLst>
              <a:ext uri="{FF2B5EF4-FFF2-40B4-BE49-F238E27FC236}">
                <a16:creationId xmlns:a16="http://schemas.microsoft.com/office/drawing/2014/main" id="{919F2723-CE1D-0147-CD20-242EF25D9533}"/>
              </a:ext>
            </a:extLst>
          </p:cNvPr>
          <p:cNvSpPr>
            <a:spLocks noGrp="1"/>
          </p:cNvSpPr>
          <p:nvPr>
            <p:ph type="subTitle" idx="1"/>
          </p:nvPr>
        </p:nvSpPr>
        <p:spPr>
          <a:xfrm>
            <a:off x="128588" y="1071565"/>
            <a:ext cx="11944349" cy="5572304"/>
          </a:xfrm>
        </p:spPr>
        <p:txBody>
          <a:bodyPr>
            <a:normAutofit lnSpcReduction="10000"/>
          </a:bodyPr>
          <a:lstStyle/>
          <a:p>
            <a:pPr algn="just">
              <a:lnSpc>
                <a:spcPct val="110000"/>
              </a:lnSpc>
            </a:pPr>
            <a:r>
              <a:rPr lang="en-US" sz="2800" dirty="0">
                <a:latin typeface="Arial" panose="020B0604020202020204" pitchFamily="34" charset="0"/>
                <a:cs typeface="Arial" panose="020B0604020202020204" pitchFamily="34" charset="0"/>
              </a:rPr>
              <a:t>future of rationalizing the consumption of antibiotics will likely involve a combination of technological advancements, increased public education, regulatory oversight, and collaborative efforts among stakeholders. By working together to address the problem of antibiotic resistance, we can help ensure that antibiotics remain effective in treating serious infections and protecting public health for generations to come.</a:t>
            </a:r>
          </a:p>
          <a:p>
            <a:pPr marL="457200" indent="-457200" algn="just">
              <a:buFont typeface="Arial" panose="020B0604020202020204" pitchFamily="34" charset="0"/>
              <a:buChar char="•"/>
            </a:pPr>
            <a:r>
              <a:rPr lang="en-US" sz="2800" dirty="0">
                <a:latin typeface="Arial" panose="020B0604020202020204" pitchFamily="34" charset="0"/>
                <a:cs typeface="Arial" panose="020B0604020202020204" pitchFamily="34" charset="0"/>
              </a:rPr>
              <a:t>Increased global collaboration.</a:t>
            </a:r>
          </a:p>
          <a:p>
            <a:pPr marL="457200" indent="-457200" algn="just">
              <a:buFont typeface="Arial" panose="020B0604020202020204" pitchFamily="34" charset="0"/>
              <a:buChar char="•"/>
            </a:pPr>
            <a:r>
              <a:rPr lang="en-US" sz="2800" dirty="0">
                <a:latin typeface="Arial" panose="020B0604020202020204" pitchFamily="34" charset="0"/>
                <a:cs typeface="Arial" panose="020B0604020202020204" pitchFamily="34" charset="0"/>
              </a:rPr>
              <a:t>Improved diagnostic tools.</a:t>
            </a:r>
          </a:p>
          <a:p>
            <a:pPr marL="457200" indent="-457200" algn="just">
              <a:buFont typeface="Arial" panose="020B0604020202020204" pitchFamily="34" charset="0"/>
              <a:buChar char="•"/>
            </a:pPr>
            <a:r>
              <a:rPr lang="en-US" sz="2800" dirty="0">
                <a:latin typeface="Arial" panose="020B0604020202020204" pitchFamily="34" charset="0"/>
                <a:cs typeface="Arial" panose="020B0604020202020204" pitchFamily="34" charset="0"/>
              </a:rPr>
              <a:t>Development of new antibiotics.</a:t>
            </a:r>
          </a:p>
          <a:p>
            <a:pPr marL="457200" indent="-457200" algn="just">
              <a:buFont typeface="Arial" panose="020B0604020202020204" pitchFamily="34" charset="0"/>
              <a:buChar char="•"/>
            </a:pPr>
            <a:r>
              <a:rPr lang="en-US" sz="2800" dirty="0">
                <a:latin typeface="Arial" panose="020B0604020202020204" pitchFamily="34" charset="0"/>
                <a:cs typeface="Arial" panose="020B0604020202020204" pitchFamily="34" charset="0"/>
              </a:rPr>
              <a:t>Develop IOS version from our project.</a:t>
            </a:r>
          </a:p>
          <a:p>
            <a:pPr marL="457200" indent="-457200" algn="just">
              <a:buFont typeface="Arial" panose="020B0604020202020204" pitchFamily="34" charset="0"/>
              <a:buChar char="•"/>
            </a:pPr>
            <a:r>
              <a:rPr lang="en-US" sz="2800" dirty="0">
                <a:latin typeface="Arial" panose="020B0604020202020204" pitchFamily="34" charset="0"/>
                <a:cs typeface="Arial" panose="020B0604020202020204" pitchFamily="34" charset="0"/>
              </a:rPr>
              <a:t>Machine learning is booming in these days, there is an intent to use it for improving System to be more efficient and effective.</a:t>
            </a:r>
          </a:p>
          <a:p>
            <a:pPr marL="457200" indent="-457200" algn="l">
              <a:buFont typeface="Arial" panose="020B0604020202020204" pitchFamily="34" charset="0"/>
              <a:buChar char="•"/>
            </a:pPr>
            <a:endParaRPr 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419924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0AB317-7C3A-54E8-9EB6-4B94DCD26DA8}"/>
              </a:ext>
            </a:extLst>
          </p:cNvPr>
          <p:cNvSpPr>
            <a:spLocks noGrp="1"/>
          </p:cNvSpPr>
          <p:nvPr>
            <p:ph type="title"/>
          </p:nvPr>
        </p:nvSpPr>
        <p:spPr/>
        <p:txBody>
          <a:bodyPr>
            <a:normAutofit fontScale="90000"/>
          </a:bodyPr>
          <a:lstStyle/>
          <a:p>
            <a:pPr algn="ctr"/>
            <a:br>
              <a:rPr lang="en-US" dirty="0"/>
            </a:br>
            <a:br>
              <a:rPr lang="en-US" dirty="0"/>
            </a:br>
            <a:br>
              <a:rPr lang="en-US" dirty="0"/>
            </a:br>
            <a:br>
              <a:rPr lang="en-US" dirty="0"/>
            </a:br>
            <a:br>
              <a:rPr lang="en-US" dirty="0"/>
            </a:br>
            <a:br>
              <a:rPr lang="en-US" dirty="0"/>
            </a:br>
            <a:br>
              <a:rPr lang="en-US" dirty="0"/>
            </a:br>
            <a:br>
              <a:rPr lang="en-US" dirty="0"/>
            </a:br>
            <a:br>
              <a:rPr lang="en-US" dirty="0"/>
            </a:br>
            <a:r>
              <a:rPr lang="en-US" sz="10700" i="1" dirty="0">
                <a:latin typeface="Times New Roman" panose="02020603050405020304" pitchFamily="18" charset="0"/>
                <a:cs typeface="Times New Roman" panose="02020603050405020304" pitchFamily="18" charset="0"/>
              </a:rPr>
              <a:t>Any Question ?</a:t>
            </a:r>
          </a:p>
        </p:txBody>
      </p:sp>
    </p:spTree>
    <p:extLst>
      <p:ext uri="{BB962C8B-B14F-4D97-AF65-F5344CB8AC3E}">
        <p14:creationId xmlns:p14="http://schemas.microsoft.com/office/powerpoint/2010/main" val="34232853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A760039-D54B-2E52-578A-A14078C3708F}"/>
              </a:ext>
            </a:extLst>
          </p:cNvPr>
          <p:cNvSpPr>
            <a:spLocks noGrp="1"/>
          </p:cNvSpPr>
          <p:nvPr>
            <p:ph type="title"/>
          </p:nvPr>
        </p:nvSpPr>
        <p:spPr>
          <a:xfrm>
            <a:off x="1179226" y="1594707"/>
            <a:ext cx="9833548" cy="2457269"/>
          </a:xfrm>
        </p:spPr>
        <p:txBody>
          <a:bodyPr anchor="b">
            <a:noAutofit/>
          </a:bodyPr>
          <a:lstStyle/>
          <a:p>
            <a:pPr algn="ctr"/>
            <a:r>
              <a:rPr lang="en-US" sz="9600" b="1" i="1" dirty="0">
                <a:latin typeface="Times New Roman" panose="02020603050405020304" pitchFamily="18" charset="0"/>
                <a:cs typeface="Times New Roman" panose="02020603050405020304" pitchFamily="18" charset="0"/>
              </a:rPr>
              <a:t>Thank You</a:t>
            </a:r>
          </a:p>
        </p:txBody>
      </p:sp>
      <p:sp>
        <p:nvSpPr>
          <p:cNvPr id="3" name="Content Placeholder 2">
            <a:extLst>
              <a:ext uri="{FF2B5EF4-FFF2-40B4-BE49-F238E27FC236}">
                <a16:creationId xmlns:a16="http://schemas.microsoft.com/office/drawing/2014/main" id="{E641DBB8-A1D0-168F-CBAA-68B847247331}"/>
              </a:ext>
            </a:extLst>
          </p:cNvPr>
          <p:cNvSpPr>
            <a:spLocks noGrp="1"/>
          </p:cNvSpPr>
          <p:nvPr>
            <p:ph idx="1"/>
          </p:nvPr>
        </p:nvSpPr>
        <p:spPr>
          <a:xfrm>
            <a:off x="1179226" y="3329677"/>
            <a:ext cx="9833548" cy="2457269"/>
          </a:xfrm>
        </p:spPr>
        <p:txBody>
          <a:bodyPr>
            <a:normAutofit/>
          </a:bodyPr>
          <a:lstStyle/>
          <a:p>
            <a:pPr marL="0" indent="0">
              <a:buNone/>
            </a:pPr>
            <a:r>
              <a:rPr lang="en-US" sz="1800" dirty="0">
                <a:solidFill>
                  <a:schemeClr val="tx2"/>
                </a:solidFill>
              </a:rPr>
              <a:t>                             </a:t>
            </a:r>
          </a:p>
        </p:txBody>
      </p:sp>
    </p:spTree>
    <p:extLst>
      <p:ext uri="{BB962C8B-B14F-4D97-AF65-F5344CB8AC3E}">
        <p14:creationId xmlns:p14="http://schemas.microsoft.com/office/powerpoint/2010/main" val="34016966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697</TotalTime>
  <Words>606</Words>
  <Application>Microsoft Office PowerPoint</Application>
  <PresentationFormat>Widescreen</PresentationFormat>
  <Paragraphs>85</Paragraphs>
  <Slides>40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40</vt:i4>
      </vt:variant>
    </vt:vector>
  </HeadingPairs>
  <TitlesOfParts>
    <vt:vector size="46" baseType="lpstr">
      <vt:lpstr>Arial</vt:lpstr>
      <vt:lpstr>Calibri</vt:lpstr>
      <vt:lpstr>Calibri Light</vt:lpstr>
      <vt:lpstr>Symbol</vt:lpstr>
      <vt:lpstr>Times New Roman</vt:lpstr>
      <vt:lpstr>Office Theme</vt:lpstr>
      <vt:lpstr>PowerPoint Presentation</vt:lpstr>
      <vt:lpstr>Rationalize the Consumption of Antibiotics </vt:lpstr>
      <vt:lpstr> Student Names:                                                                   Department Mohamed Said Abdel Fattah                                                 CS Ahmed Mohamed Ismail                                                                      CS Ali Ahmed Ali                                                                                              IS Arafa Ahmed Salem                                                                         IS Rady Mohamed Rady                                                                    CS Alaa Abdullah Tawfik                                                                        IS </vt:lpstr>
      <vt:lpstr>Problem Statement:</vt:lpstr>
      <vt:lpstr>Project Objectives:</vt:lpstr>
      <vt:lpstr>    Abbreviations</vt:lpstr>
      <vt:lpstr>Use case Diagram</vt:lpstr>
      <vt:lpstr>                                   DFD Context  The base level of DFD on RCA Project shows the main input/ output data on general bases, The user is responsible for inserting patients’ data into the system, Whereas the admin can monitor these data and see reports </vt:lpstr>
      <vt:lpstr>DFD Level 1</vt:lpstr>
      <vt:lpstr>Activity Diagram</vt:lpstr>
      <vt:lpstr>Insert Patient Sequence</vt:lpstr>
      <vt:lpstr>Insert Patient Sequence </vt:lpstr>
      <vt:lpstr>ERD</vt:lpstr>
      <vt:lpstr>        Schema Model</vt:lpstr>
      <vt:lpstr>Tools</vt:lpstr>
      <vt:lpstr>Login Page</vt:lpstr>
      <vt:lpstr>Graph Show  Number Of Patients </vt:lpstr>
      <vt:lpstr>Graph Show Antibiotic Usage</vt:lpstr>
      <vt:lpstr>Statistics Page</vt:lpstr>
      <vt:lpstr>Filter Process</vt:lpstr>
      <vt:lpstr>Example Of Statistics</vt:lpstr>
      <vt:lpstr>Patient Page</vt:lpstr>
      <vt:lpstr>Adding New Patient</vt:lpstr>
      <vt:lpstr>Antibiotics Page</vt:lpstr>
      <vt:lpstr>Antibiotic Groups Page</vt:lpstr>
      <vt:lpstr>Bacteria Page</vt:lpstr>
      <vt:lpstr>Bacteria Group Page</vt:lpstr>
      <vt:lpstr>Department Page</vt:lpstr>
      <vt:lpstr>Culture Page</vt:lpstr>
      <vt:lpstr>Adding User Page</vt:lpstr>
      <vt:lpstr>Controlling Users Page</vt:lpstr>
      <vt:lpstr>Users Activity Page</vt:lpstr>
      <vt:lpstr>Log Out Page</vt:lpstr>
      <vt:lpstr>Screen Shoots Of Mobile Application</vt:lpstr>
      <vt:lpstr>Process Of Adding New Patient &amp; Showing Statistics Page </vt:lpstr>
      <vt:lpstr>Other Picture From Mobile Application</vt:lpstr>
      <vt:lpstr>Conclusion</vt:lpstr>
      <vt:lpstr>Future Work</vt:lpstr>
      <vt:lpstr>         Any Question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Ahmed Agha</dc:creator>
  <cp:lastModifiedBy>Mohamed Said</cp:lastModifiedBy>
  <cp:revision>21</cp:revision>
  <dcterms:created xsi:type="dcterms:W3CDTF">2023-02-11T15:44:03Z</dcterms:created>
  <dcterms:modified xsi:type="dcterms:W3CDTF">2023-06-17T02:03:23Z</dcterms:modified>
</cp:coreProperties>
</file>